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B67F51-C9DC-44E2-98CC-514C45B9189A}" v="3" dt="2026-09-19T09:14:00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kbhuvanesh18@gmail.com" userId="b3f8e2668c730ca7" providerId="LiveId" clId="{EF1A6555-5BA0-4467-9D1C-50F128FB18DC}"/>
    <pc:docChg chg="custSel modSld">
      <pc:chgData name="vkbhuvanesh18@gmail.com" userId="b3f8e2668c730ca7" providerId="LiveId" clId="{EF1A6555-5BA0-4467-9D1C-50F128FB18DC}" dt="2026-09-19T09:13:52.483" v="155" actId="27636"/>
      <pc:docMkLst>
        <pc:docMk/>
      </pc:docMkLst>
      <pc:sldChg chg="modSp mod">
        <pc:chgData name="vkbhuvanesh18@gmail.com" userId="b3f8e2668c730ca7" providerId="LiveId" clId="{EF1A6555-5BA0-4467-9D1C-50F128FB18DC}" dt="2026-09-19T09:13:52.336" v="106" actId="27636"/>
        <pc:sldMkLst>
          <pc:docMk/>
          <pc:sldMk cId="1811336912" sldId="257"/>
        </pc:sldMkLst>
        <pc:spChg chg="mod">
          <ac:chgData name="vkbhuvanesh18@gmail.com" userId="b3f8e2668c730ca7" providerId="LiveId" clId="{EF1A6555-5BA0-4467-9D1C-50F128FB18DC}" dt="2026-09-19T09:13:46.794" v="0" actId="27636"/>
          <ac:spMkLst>
            <pc:docMk/>
            <pc:sldMk cId="1811336912" sldId="257"/>
            <ac:spMk id="2" creationId="{58BE3DC2-9C30-4956-8976-F48014EA7CB7}"/>
          </ac:spMkLst>
        </pc:spChg>
        <pc:spChg chg="mod">
          <ac:chgData name="vkbhuvanesh18@gmail.com" userId="b3f8e2668c730ca7" providerId="LiveId" clId="{EF1A6555-5BA0-4467-9D1C-50F128FB18DC}" dt="2026-09-19T09:13:52.336" v="106" actId="27636"/>
          <ac:spMkLst>
            <pc:docMk/>
            <pc:sldMk cId="1811336912" sldId="257"/>
            <ac:spMk id="4" creationId="{0A91F7C8-745B-4FE5-B2C0-953CB7D477AA}"/>
          </ac:spMkLst>
        </pc:spChg>
        <pc:spChg chg="mod">
          <ac:chgData name="vkbhuvanesh18@gmail.com" userId="b3f8e2668c730ca7" providerId="LiveId" clId="{EF1A6555-5BA0-4467-9D1C-50F128FB18DC}" dt="2026-09-19T09:13:46.794" v="2" actId="27636"/>
          <ac:spMkLst>
            <pc:docMk/>
            <pc:sldMk cId="1811336912" sldId="257"/>
            <ac:spMk id="8" creationId="{4CAA0256-4C50-4B71-ACB7-9B0578D50900}"/>
          </ac:spMkLst>
        </pc:spChg>
      </pc:sldChg>
      <pc:sldChg chg="modSp mod">
        <pc:chgData name="vkbhuvanesh18@gmail.com" userId="b3f8e2668c730ca7" providerId="LiveId" clId="{EF1A6555-5BA0-4467-9D1C-50F128FB18DC}" dt="2026-09-19T09:13:52.339" v="107" actId="27636"/>
        <pc:sldMkLst>
          <pc:docMk/>
          <pc:sldMk cId="1677526453" sldId="258"/>
        </pc:sldMkLst>
        <pc:spChg chg="mod">
          <ac:chgData name="vkbhuvanesh18@gmail.com" userId="b3f8e2668c730ca7" providerId="LiveId" clId="{EF1A6555-5BA0-4467-9D1C-50F128FB18DC}" dt="2026-09-19T09:13:47.361" v="3" actId="27636"/>
          <ac:spMkLst>
            <pc:docMk/>
            <pc:sldMk cId="1677526453" sldId="258"/>
            <ac:spMk id="2" creationId="{12EF6532-CA76-459C-8C0C-7B80CDF8F57E}"/>
          </ac:spMkLst>
        </pc:spChg>
        <pc:spChg chg="mod">
          <ac:chgData name="vkbhuvanesh18@gmail.com" userId="b3f8e2668c730ca7" providerId="LiveId" clId="{EF1A6555-5BA0-4467-9D1C-50F128FB18DC}" dt="2026-09-19T09:13:52.339" v="107" actId="27636"/>
          <ac:spMkLst>
            <pc:docMk/>
            <pc:sldMk cId="1677526453" sldId="258"/>
            <ac:spMk id="4" creationId="{D5E42D0F-9295-410D-8A1C-8F17D12D3849}"/>
          </ac:spMkLst>
        </pc:spChg>
      </pc:sldChg>
      <pc:sldChg chg="modSp mod">
        <pc:chgData name="vkbhuvanesh18@gmail.com" userId="b3f8e2668c730ca7" providerId="LiveId" clId="{EF1A6555-5BA0-4467-9D1C-50F128FB18DC}" dt="2026-09-19T09:13:52.339" v="108" actId="27636"/>
        <pc:sldMkLst>
          <pc:docMk/>
          <pc:sldMk cId="1527566501" sldId="259"/>
        </pc:sldMkLst>
        <pc:spChg chg="mod">
          <ac:chgData name="vkbhuvanesh18@gmail.com" userId="b3f8e2668c730ca7" providerId="LiveId" clId="{EF1A6555-5BA0-4467-9D1C-50F128FB18DC}" dt="2026-09-19T09:13:47.377" v="9" actId="27636"/>
          <ac:spMkLst>
            <pc:docMk/>
            <pc:sldMk cId="1527566501" sldId="259"/>
            <ac:spMk id="2" creationId="{30AC74C6-60E6-4D98-B9CE-5025F2F75930}"/>
          </ac:spMkLst>
        </pc:spChg>
        <pc:spChg chg="mod">
          <ac:chgData name="vkbhuvanesh18@gmail.com" userId="b3f8e2668c730ca7" providerId="LiveId" clId="{EF1A6555-5BA0-4467-9D1C-50F128FB18DC}" dt="2026-09-19T09:13:52.339" v="108" actId="27636"/>
          <ac:spMkLst>
            <pc:docMk/>
            <pc:sldMk cId="1527566501" sldId="259"/>
            <ac:spMk id="4" creationId="{39674584-1A99-4DB0-B04D-F13DDFB3ABCE}"/>
          </ac:spMkLst>
        </pc:spChg>
        <pc:spChg chg="mod">
          <ac:chgData name="vkbhuvanesh18@gmail.com" userId="b3f8e2668c730ca7" providerId="LiveId" clId="{EF1A6555-5BA0-4467-9D1C-50F128FB18DC}" dt="2026-09-19T09:13:47.361" v="7" actId="27636"/>
          <ac:spMkLst>
            <pc:docMk/>
            <pc:sldMk cId="1527566501" sldId="259"/>
            <ac:spMk id="7" creationId="{55A30BDB-423A-4B4E-93D0-047552190F31}"/>
          </ac:spMkLst>
        </pc:spChg>
        <pc:spChg chg="mod">
          <ac:chgData name="vkbhuvanesh18@gmail.com" userId="b3f8e2668c730ca7" providerId="LiveId" clId="{EF1A6555-5BA0-4467-9D1C-50F128FB18DC}" dt="2026-09-19T09:13:47.377" v="8" actId="27636"/>
          <ac:spMkLst>
            <pc:docMk/>
            <pc:sldMk cId="1527566501" sldId="259"/>
            <ac:spMk id="9" creationId="{ACC8835C-71CD-46DF-A261-F718DFA070FD}"/>
          </ac:spMkLst>
        </pc:spChg>
        <pc:spChg chg="mod">
          <ac:chgData name="vkbhuvanesh18@gmail.com" userId="b3f8e2668c730ca7" providerId="LiveId" clId="{EF1A6555-5BA0-4467-9D1C-50F128FB18DC}" dt="2026-09-19T09:13:47.361" v="5" actId="27636"/>
          <ac:spMkLst>
            <pc:docMk/>
            <pc:sldMk cId="1527566501" sldId="259"/>
            <ac:spMk id="11" creationId="{478F1E77-81FE-4645-85B7-427747C2E8FA}"/>
          </ac:spMkLst>
        </pc:spChg>
      </pc:sldChg>
      <pc:sldChg chg="modSp mod">
        <pc:chgData name="vkbhuvanesh18@gmail.com" userId="b3f8e2668c730ca7" providerId="LiveId" clId="{EF1A6555-5BA0-4467-9D1C-50F128FB18DC}" dt="2026-09-19T09:13:52.352" v="112" actId="27636"/>
        <pc:sldMkLst>
          <pc:docMk/>
          <pc:sldMk cId="53593463" sldId="260"/>
        </pc:sldMkLst>
        <pc:spChg chg="mod">
          <ac:chgData name="vkbhuvanesh18@gmail.com" userId="b3f8e2668c730ca7" providerId="LiveId" clId="{EF1A6555-5BA0-4467-9D1C-50F128FB18DC}" dt="2026-09-19T09:13:47.377" v="13" actId="27636"/>
          <ac:spMkLst>
            <pc:docMk/>
            <pc:sldMk cId="53593463" sldId="260"/>
            <ac:spMk id="2" creationId="{A32024E7-3F4B-4B86-98CB-D3B8C59EEE0E}"/>
          </ac:spMkLst>
        </pc:spChg>
        <pc:spChg chg="mod">
          <ac:chgData name="vkbhuvanesh18@gmail.com" userId="b3f8e2668c730ca7" providerId="LiveId" clId="{EF1A6555-5BA0-4467-9D1C-50F128FB18DC}" dt="2026-09-19T09:13:52.352" v="109" actId="27636"/>
          <ac:spMkLst>
            <pc:docMk/>
            <pc:sldMk cId="53593463" sldId="260"/>
            <ac:spMk id="4" creationId="{9D1C151C-3A88-4F5B-A520-8096B2EECC87}"/>
          </ac:spMkLst>
        </pc:spChg>
        <pc:spChg chg="mod">
          <ac:chgData name="vkbhuvanesh18@gmail.com" userId="b3f8e2668c730ca7" providerId="LiveId" clId="{EF1A6555-5BA0-4467-9D1C-50F128FB18DC}" dt="2026-09-19T09:13:52.352" v="110" actId="27636"/>
          <ac:spMkLst>
            <pc:docMk/>
            <pc:sldMk cId="53593463" sldId="260"/>
            <ac:spMk id="7" creationId="{F231C56E-2F8A-426B-A247-31C3FC7F5A99}"/>
          </ac:spMkLst>
        </pc:spChg>
        <pc:spChg chg="mod">
          <ac:chgData name="vkbhuvanesh18@gmail.com" userId="b3f8e2668c730ca7" providerId="LiveId" clId="{EF1A6555-5BA0-4467-9D1C-50F128FB18DC}" dt="2026-09-19T09:13:52.352" v="111" actId="27636"/>
          <ac:spMkLst>
            <pc:docMk/>
            <pc:sldMk cId="53593463" sldId="260"/>
            <ac:spMk id="10" creationId="{7AC84889-1D2F-4756-A668-15E2C9C2C3DE}"/>
          </ac:spMkLst>
        </pc:spChg>
        <pc:spChg chg="mod">
          <ac:chgData name="vkbhuvanesh18@gmail.com" userId="b3f8e2668c730ca7" providerId="LiveId" clId="{EF1A6555-5BA0-4467-9D1C-50F128FB18DC}" dt="2026-09-19T09:13:52.352" v="112" actId="27636"/>
          <ac:spMkLst>
            <pc:docMk/>
            <pc:sldMk cId="53593463" sldId="260"/>
            <ac:spMk id="13" creationId="{CB3A4DEF-0910-4A25-BC47-707784BBCAB3}"/>
          </ac:spMkLst>
        </pc:spChg>
        <pc:spChg chg="mod">
          <ac:chgData name="vkbhuvanesh18@gmail.com" userId="b3f8e2668c730ca7" providerId="LiveId" clId="{EF1A6555-5BA0-4467-9D1C-50F128FB18DC}" dt="2026-09-19T09:13:47.388" v="14" actId="27636"/>
          <ac:spMkLst>
            <pc:docMk/>
            <pc:sldMk cId="53593463" sldId="260"/>
            <ac:spMk id="15" creationId="{8D49B485-471A-40F7-8AF1-3D4ECCDD5C30}"/>
          </ac:spMkLst>
        </pc:spChg>
      </pc:sldChg>
      <pc:sldChg chg="modSp mod">
        <pc:chgData name="vkbhuvanesh18@gmail.com" userId="b3f8e2668c730ca7" providerId="LiveId" clId="{EF1A6555-5BA0-4467-9D1C-50F128FB18DC}" dt="2026-09-19T09:13:52.352" v="113" actId="27636"/>
        <pc:sldMkLst>
          <pc:docMk/>
          <pc:sldMk cId="2042544450" sldId="261"/>
        </pc:sldMkLst>
        <pc:spChg chg="mod">
          <ac:chgData name="vkbhuvanesh18@gmail.com" userId="b3f8e2668c730ca7" providerId="LiveId" clId="{EF1A6555-5BA0-4467-9D1C-50F128FB18DC}" dt="2026-09-19T09:13:47.442" v="16" actId="27636"/>
          <ac:spMkLst>
            <pc:docMk/>
            <pc:sldMk cId="2042544450" sldId="261"/>
            <ac:spMk id="2" creationId="{82D4976A-E07E-42AE-8621-2A7278E3D9FE}"/>
          </ac:spMkLst>
        </pc:spChg>
        <pc:spChg chg="mod">
          <ac:chgData name="vkbhuvanesh18@gmail.com" userId="b3f8e2668c730ca7" providerId="LiveId" clId="{EF1A6555-5BA0-4467-9D1C-50F128FB18DC}" dt="2026-09-19T09:13:52.352" v="113" actId="27636"/>
          <ac:spMkLst>
            <pc:docMk/>
            <pc:sldMk cId="2042544450" sldId="261"/>
            <ac:spMk id="4" creationId="{CE7B460D-8CBC-4AE1-86D7-15FC0E998D9C}"/>
          </ac:spMkLst>
        </pc:spChg>
      </pc:sldChg>
      <pc:sldChg chg="modSp mod">
        <pc:chgData name="vkbhuvanesh18@gmail.com" userId="b3f8e2668c730ca7" providerId="LiveId" clId="{EF1A6555-5BA0-4467-9D1C-50F128FB18DC}" dt="2026-09-19T09:13:52.368" v="120" actId="27636"/>
        <pc:sldMkLst>
          <pc:docMk/>
          <pc:sldMk cId="874155676" sldId="262"/>
        </pc:sldMkLst>
        <pc:spChg chg="mod">
          <ac:chgData name="vkbhuvanesh18@gmail.com" userId="b3f8e2668c730ca7" providerId="LiveId" clId="{EF1A6555-5BA0-4467-9D1C-50F128FB18DC}" dt="2026-09-19T09:13:47.460" v="24" actId="27636"/>
          <ac:spMkLst>
            <pc:docMk/>
            <pc:sldMk cId="874155676" sldId="262"/>
            <ac:spMk id="2" creationId="{EC934F41-06F5-4113-8347-1421A3BE18C2}"/>
          </ac:spMkLst>
        </pc:spChg>
        <pc:spChg chg="mod">
          <ac:chgData name="vkbhuvanesh18@gmail.com" userId="b3f8e2668c730ca7" providerId="LiveId" clId="{EF1A6555-5BA0-4467-9D1C-50F128FB18DC}" dt="2026-09-19T09:13:52.368" v="114" actId="27636"/>
          <ac:spMkLst>
            <pc:docMk/>
            <pc:sldMk cId="874155676" sldId="262"/>
            <ac:spMk id="4" creationId="{438E0BB6-324E-472E-A468-082AA93082FC}"/>
          </ac:spMkLst>
        </pc:spChg>
        <pc:spChg chg="mod">
          <ac:chgData name="vkbhuvanesh18@gmail.com" userId="b3f8e2668c730ca7" providerId="LiveId" clId="{EF1A6555-5BA0-4467-9D1C-50F128FB18DC}" dt="2026-09-19T09:13:52.368" v="116" actId="27636"/>
          <ac:spMkLst>
            <pc:docMk/>
            <pc:sldMk cId="874155676" sldId="262"/>
            <ac:spMk id="7" creationId="{E1A05AF7-BC96-4471-9C17-666812D4A2BD}"/>
          </ac:spMkLst>
        </pc:spChg>
        <pc:spChg chg="mod">
          <ac:chgData name="vkbhuvanesh18@gmail.com" userId="b3f8e2668c730ca7" providerId="LiveId" clId="{EF1A6555-5BA0-4467-9D1C-50F128FB18DC}" dt="2026-09-19T09:13:52.368" v="117" actId="27636"/>
          <ac:spMkLst>
            <pc:docMk/>
            <pc:sldMk cId="874155676" sldId="262"/>
            <ac:spMk id="10" creationId="{DB432A0B-D93B-4850-9AAB-6017C3F7D89F}"/>
          </ac:spMkLst>
        </pc:spChg>
        <pc:spChg chg="mod">
          <ac:chgData name="vkbhuvanesh18@gmail.com" userId="b3f8e2668c730ca7" providerId="LiveId" clId="{EF1A6555-5BA0-4467-9D1C-50F128FB18DC}" dt="2026-09-19T09:13:52.368" v="119" actId="27636"/>
          <ac:spMkLst>
            <pc:docMk/>
            <pc:sldMk cId="874155676" sldId="262"/>
            <ac:spMk id="13" creationId="{70819E4F-5CDA-4B91-ABDD-C7926A53DA4E}"/>
          </ac:spMkLst>
        </pc:spChg>
        <pc:spChg chg="mod">
          <ac:chgData name="vkbhuvanesh18@gmail.com" userId="b3f8e2668c730ca7" providerId="LiveId" clId="{EF1A6555-5BA0-4467-9D1C-50F128FB18DC}" dt="2026-09-19T09:13:52.368" v="115" actId="27636"/>
          <ac:spMkLst>
            <pc:docMk/>
            <pc:sldMk cId="874155676" sldId="262"/>
            <ac:spMk id="16" creationId="{5E1873EB-0F22-4246-97AB-CA3ADF763F10}"/>
          </ac:spMkLst>
        </pc:spChg>
        <pc:spChg chg="mod">
          <ac:chgData name="vkbhuvanesh18@gmail.com" userId="b3f8e2668c730ca7" providerId="LiveId" clId="{EF1A6555-5BA0-4467-9D1C-50F128FB18DC}" dt="2026-09-19T09:13:52.368" v="120" actId="27636"/>
          <ac:spMkLst>
            <pc:docMk/>
            <pc:sldMk cId="874155676" sldId="262"/>
            <ac:spMk id="19" creationId="{3EA9E0F8-EC59-450F-8C0A-D0285386102E}"/>
          </ac:spMkLst>
        </pc:spChg>
        <pc:spChg chg="mod">
          <ac:chgData name="vkbhuvanesh18@gmail.com" userId="b3f8e2668c730ca7" providerId="LiveId" clId="{EF1A6555-5BA0-4467-9D1C-50F128FB18DC}" dt="2026-09-19T09:13:52.368" v="118" actId="27636"/>
          <ac:spMkLst>
            <pc:docMk/>
            <pc:sldMk cId="874155676" sldId="262"/>
            <ac:spMk id="22" creationId="{669A516E-F35C-45D2-9C07-2B87894F7E09}"/>
          </ac:spMkLst>
        </pc:spChg>
      </pc:sldChg>
      <pc:sldChg chg="modSp mod">
        <pc:chgData name="vkbhuvanesh18@gmail.com" userId="b3f8e2668c730ca7" providerId="LiveId" clId="{EF1A6555-5BA0-4467-9D1C-50F128FB18DC}" dt="2026-09-19T09:13:52.384" v="129" actId="27636"/>
        <pc:sldMkLst>
          <pc:docMk/>
          <pc:sldMk cId="963467241" sldId="263"/>
        </pc:sldMkLst>
        <pc:spChg chg="mod">
          <ac:chgData name="vkbhuvanesh18@gmail.com" userId="b3f8e2668c730ca7" providerId="LiveId" clId="{EF1A6555-5BA0-4467-9D1C-50F128FB18DC}" dt="2026-09-19T09:13:47.473" v="34" actId="27636"/>
          <ac:spMkLst>
            <pc:docMk/>
            <pc:sldMk cId="963467241" sldId="263"/>
            <ac:spMk id="2" creationId="{E6A99595-8551-4D39-898B-15DAF0AA9A67}"/>
          </ac:spMkLst>
        </pc:spChg>
        <pc:spChg chg="mod">
          <ac:chgData name="vkbhuvanesh18@gmail.com" userId="b3f8e2668c730ca7" providerId="LiveId" clId="{EF1A6555-5BA0-4467-9D1C-50F128FB18DC}" dt="2026-09-19T09:13:52.368" v="123" actId="27636"/>
          <ac:spMkLst>
            <pc:docMk/>
            <pc:sldMk cId="963467241" sldId="263"/>
            <ac:spMk id="4" creationId="{EE332CD8-09EC-402A-AB80-B1EE6BCF8AF8}"/>
          </ac:spMkLst>
        </pc:spChg>
        <pc:spChg chg="mod">
          <ac:chgData name="vkbhuvanesh18@gmail.com" userId="b3f8e2668c730ca7" providerId="LiveId" clId="{EF1A6555-5BA0-4467-9D1C-50F128FB18DC}" dt="2026-09-19T09:13:52.384" v="126" actId="27636"/>
          <ac:spMkLst>
            <pc:docMk/>
            <pc:sldMk cId="963467241" sldId="263"/>
            <ac:spMk id="7" creationId="{1FF46D26-C750-40A1-822B-6B99888E4B23}"/>
          </ac:spMkLst>
        </pc:spChg>
        <pc:spChg chg="mod">
          <ac:chgData name="vkbhuvanesh18@gmail.com" userId="b3f8e2668c730ca7" providerId="LiveId" clId="{EF1A6555-5BA0-4467-9D1C-50F128FB18DC}" dt="2026-09-19T09:13:52.368" v="121" actId="27636"/>
          <ac:spMkLst>
            <pc:docMk/>
            <pc:sldMk cId="963467241" sldId="263"/>
            <ac:spMk id="8" creationId="{1F32FB71-7419-4B9E-BAE0-C29575ADA5B4}"/>
          </ac:spMkLst>
        </pc:spChg>
        <pc:spChg chg="mod">
          <ac:chgData name="vkbhuvanesh18@gmail.com" userId="b3f8e2668c730ca7" providerId="LiveId" clId="{EF1A6555-5BA0-4467-9D1C-50F128FB18DC}" dt="2026-09-19T09:13:52.382" v="124" actId="27636"/>
          <ac:spMkLst>
            <pc:docMk/>
            <pc:sldMk cId="963467241" sldId="263"/>
            <ac:spMk id="10" creationId="{941FA42A-9A4F-4909-AD92-B7F0F16C9693}"/>
          </ac:spMkLst>
        </pc:spChg>
        <pc:spChg chg="mod">
          <ac:chgData name="vkbhuvanesh18@gmail.com" userId="b3f8e2668c730ca7" providerId="LiveId" clId="{EF1A6555-5BA0-4467-9D1C-50F128FB18DC}" dt="2026-09-19T09:13:52.384" v="127" actId="27636"/>
          <ac:spMkLst>
            <pc:docMk/>
            <pc:sldMk cId="963467241" sldId="263"/>
            <ac:spMk id="11" creationId="{E4FB0F40-4493-4908-B074-85CD9D2C39FC}"/>
          </ac:spMkLst>
        </pc:spChg>
        <pc:spChg chg="mod">
          <ac:chgData name="vkbhuvanesh18@gmail.com" userId="b3f8e2668c730ca7" providerId="LiveId" clId="{EF1A6555-5BA0-4467-9D1C-50F128FB18DC}" dt="2026-09-19T09:13:52.384" v="129" actId="27636"/>
          <ac:spMkLst>
            <pc:docMk/>
            <pc:sldMk cId="963467241" sldId="263"/>
            <ac:spMk id="13" creationId="{78EFA62A-DA05-4DB0-A935-692CB8C70F92}"/>
          </ac:spMkLst>
        </pc:spChg>
        <pc:spChg chg="mod">
          <ac:chgData name="vkbhuvanesh18@gmail.com" userId="b3f8e2668c730ca7" providerId="LiveId" clId="{EF1A6555-5BA0-4467-9D1C-50F128FB18DC}" dt="2026-09-19T09:13:52.384" v="128" actId="27636"/>
          <ac:spMkLst>
            <pc:docMk/>
            <pc:sldMk cId="963467241" sldId="263"/>
            <ac:spMk id="14" creationId="{9746E45E-61A6-491A-B33F-E2872D264669}"/>
          </ac:spMkLst>
        </pc:spChg>
        <pc:spChg chg="mod">
          <ac:chgData name="vkbhuvanesh18@gmail.com" userId="b3f8e2668c730ca7" providerId="LiveId" clId="{EF1A6555-5BA0-4467-9D1C-50F128FB18DC}" dt="2026-09-19T09:13:52.382" v="125" actId="27636"/>
          <ac:spMkLst>
            <pc:docMk/>
            <pc:sldMk cId="963467241" sldId="263"/>
            <ac:spMk id="16" creationId="{3385EB4E-2B1B-4A0E-A6CE-7E41FC980797}"/>
          </ac:spMkLst>
        </pc:spChg>
        <pc:spChg chg="mod">
          <ac:chgData name="vkbhuvanesh18@gmail.com" userId="b3f8e2668c730ca7" providerId="LiveId" clId="{EF1A6555-5BA0-4467-9D1C-50F128FB18DC}" dt="2026-09-19T09:13:52.368" v="122" actId="27636"/>
          <ac:spMkLst>
            <pc:docMk/>
            <pc:sldMk cId="963467241" sldId="263"/>
            <ac:spMk id="17" creationId="{6090845A-80D2-4286-B911-77955E4425E7}"/>
          </ac:spMkLst>
        </pc:spChg>
      </pc:sldChg>
      <pc:sldChg chg="modSp mod">
        <pc:chgData name="vkbhuvanesh18@gmail.com" userId="b3f8e2668c730ca7" providerId="LiveId" clId="{EF1A6555-5BA0-4467-9D1C-50F128FB18DC}" dt="2026-09-19T09:13:52.384" v="130" actId="27636"/>
        <pc:sldMkLst>
          <pc:docMk/>
          <pc:sldMk cId="1052077159" sldId="264"/>
        </pc:sldMkLst>
        <pc:spChg chg="mod">
          <ac:chgData name="vkbhuvanesh18@gmail.com" userId="b3f8e2668c730ca7" providerId="LiveId" clId="{EF1A6555-5BA0-4467-9D1C-50F128FB18DC}" dt="2026-09-19T09:13:47.473" v="39" actId="27636"/>
          <ac:spMkLst>
            <pc:docMk/>
            <pc:sldMk cId="1052077159" sldId="264"/>
            <ac:spMk id="2" creationId="{C09DC114-697F-468E-9299-69BB1E26EC5D}"/>
          </ac:spMkLst>
        </pc:spChg>
        <pc:spChg chg="mod">
          <ac:chgData name="vkbhuvanesh18@gmail.com" userId="b3f8e2668c730ca7" providerId="LiveId" clId="{EF1A6555-5BA0-4467-9D1C-50F128FB18DC}" dt="2026-09-19T09:13:52.384" v="130" actId="27636"/>
          <ac:spMkLst>
            <pc:docMk/>
            <pc:sldMk cId="1052077159" sldId="264"/>
            <ac:spMk id="4" creationId="{0A6B994D-5792-43CB-A387-DEE9E4875411}"/>
          </ac:spMkLst>
        </pc:spChg>
        <pc:spChg chg="mod">
          <ac:chgData name="vkbhuvanesh18@gmail.com" userId="b3f8e2668c730ca7" providerId="LiveId" clId="{EF1A6555-5BA0-4467-9D1C-50F128FB18DC}" dt="2026-09-19T09:13:47.473" v="36" actId="27636"/>
          <ac:spMkLst>
            <pc:docMk/>
            <pc:sldMk cId="1052077159" sldId="264"/>
            <ac:spMk id="7" creationId="{BA10E4B7-D351-420A-B00E-9811B2C0FEFD}"/>
          </ac:spMkLst>
        </pc:spChg>
        <pc:spChg chg="mod">
          <ac:chgData name="vkbhuvanesh18@gmail.com" userId="b3f8e2668c730ca7" providerId="LiveId" clId="{EF1A6555-5BA0-4467-9D1C-50F128FB18DC}" dt="2026-09-19T09:13:47.473" v="37" actId="27636"/>
          <ac:spMkLst>
            <pc:docMk/>
            <pc:sldMk cId="1052077159" sldId="264"/>
            <ac:spMk id="9" creationId="{3DE2787B-FD8F-410B-BE18-C48222419816}"/>
          </ac:spMkLst>
        </pc:spChg>
        <pc:spChg chg="mod">
          <ac:chgData name="vkbhuvanesh18@gmail.com" userId="b3f8e2668c730ca7" providerId="LiveId" clId="{EF1A6555-5BA0-4467-9D1C-50F128FB18DC}" dt="2026-09-19T09:13:47.473" v="38" actId="27636"/>
          <ac:spMkLst>
            <pc:docMk/>
            <pc:sldMk cId="1052077159" sldId="264"/>
            <ac:spMk id="12" creationId="{34785DAB-D79B-4312-B284-DCD50D514F1A}"/>
          </ac:spMkLst>
        </pc:spChg>
        <pc:spChg chg="mod">
          <ac:chgData name="vkbhuvanesh18@gmail.com" userId="b3f8e2668c730ca7" providerId="LiveId" clId="{EF1A6555-5BA0-4467-9D1C-50F128FB18DC}" dt="2026-09-19T09:13:47.473" v="40" actId="27636"/>
          <ac:spMkLst>
            <pc:docMk/>
            <pc:sldMk cId="1052077159" sldId="264"/>
            <ac:spMk id="14" creationId="{5703693C-19C4-4642-8558-C70B573CCDBE}"/>
          </ac:spMkLst>
        </pc:spChg>
        <pc:spChg chg="mod">
          <ac:chgData name="vkbhuvanesh18@gmail.com" userId="b3f8e2668c730ca7" providerId="LiveId" clId="{EF1A6555-5BA0-4467-9D1C-50F128FB18DC}" dt="2026-09-19T09:13:47.473" v="41" actId="27636"/>
          <ac:spMkLst>
            <pc:docMk/>
            <pc:sldMk cId="1052077159" sldId="264"/>
            <ac:spMk id="17" creationId="{5825D52F-3FA0-409D-B84C-6E8610F49667}"/>
          </ac:spMkLst>
        </pc:spChg>
        <pc:spChg chg="mod">
          <ac:chgData name="vkbhuvanesh18@gmail.com" userId="b3f8e2668c730ca7" providerId="LiveId" clId="{EF1A6555-5BA0-4467-9D1C-50F128FB18DC}" dt="2026-09-19T09:13:47.491" v="43" actId="27636"/>
          <ac:spMkLst>
            <pc:docMk/>
            <pc:sldMk cId="1052077159" sldId="264"/>
            <ac:spMk id="19" creationId="{AD66F413-D832-47FA-95B8-76DF5B57F986}"/>
          </ac:spMkLst>
        </pc:spChg>
      </pc:sldChg>
      <pc:sldChg chg="modSp mod">
        <pc:chgData name="vkbhuvanesh18@gmail.com" userId="b3f8e2668c730ca7" providerId="LiveId" clId="{EF1A6555-5BA0-4467-9D1C-50F128FB18DC}" dt="2026-09-19T09:13:52.384" v="131" actId="27636"/>
        <pc:sldMkLst>
          <pc:docMk/>
          <pc:sldMk cId="1690280902" sldId="265"/>
        </pc:sldMkLst>
        <pc:spChg chg="mod">
          <ac:chgData name="vkbhuvanesh18@gmail.com" userId="b3f8e2668c730ca7" providerId="LiveId" clId="{EF1A6555-5BA0-4467-9D1C-50F128FB18DC}" dt="2026-09-19T09:13:47.491" v="45" actId="27636"/>
          <ac:spMkLst>
            <pc:docMk/>
            <pc:sldMk cId="1690280902" sldId="265"/>
            <ac:spMk id="2" creationId="{89C420B9-B32C-4749-A74A-B45B5EB90C69}"/>
          </ac:spMkLst>
        </pc:spChg>
        <pc:spChg chg="mod">
          <ac:chgData name="vkbhuvanesh18@gmail.com" userId="b3f8e2668c730ca7" providerId="LiveId" clId="{EF1A6555-5BA0-4467-9D1C-50F128FB18DC}" dt="2026-09-19T09:13:52.384" v="131" actId="27636"/>
          <ac:spMkLst>
            <pc:docMk/>
            <pc:sldMk cId="1690280902" sldId="265"/>
            <ac:spMk id="4" creationId="{522FE633-5789-40BE-B6A2-5CB0923B53B7}"/>
          </ac:spMkLst>
        </pc:spChg>
      </pc:sldChg>
      <pc:sldChg chg="modSp mod">
        <pc:chgData name="vkbhuvanesh18@gmail.com" userId="b3f8e2668c730ca7" providerId="LiveId" clId="{EF1A6555-5BA0-4467-9D1C-50F128FB18DC}" dt="2026-09-19T09:13:52.399" v="132" actId="27636"/>
        <pc:sldMkLst>
          <pc:docMk/>
          <pc:sldMk cId="478179724" sldId="266"/>
        </pc:sldMkLst>
        <pc:spChg chg="mod">
          <ac:chgData name="vkbhuvanesh18@gmail.com" userId="b3f8e2668c730ca7" providerId="LiveId" clId="{EF1A6555-5BA0-4467-9D1C-50F128FB18DC}" dt="2026-09-19T09:13:47.505" v="48" actId="27636"/>
          <ac:spMkLst>
            <pc:docMk/>
            <pc:sldMk cId="478179724" sldId="266"/>
            <ac:spMk id="2" creationId="{0DE7B7E6-01AB-43E5-A4A4-5A49E7FCBF4E}"/>
          </ac:spMkLst>
        </pc:spChg>
        <pc:spChg chg="mod">
          <ac:chgData name="vkbhuvanesh18@gmail.com" userId="b3f8e2668c730ca7" providerId="LiveId" clId="{EF1A6555-5BA0-4467-9D1C-50F128FB18DC}" dt="2026-09-19T09:13:52.399" v="132" actId="27636"/>
          <ac:spMkLst>
            <pc:docMk/>
            <pc:sldMk cId="478179724" sldId="266"/>
            <ac:spMk id="4" creationId="{540E070D-2B3F-4BEA-88D2-9EA3E9720B15}"/>
          </ac:spMkLst>
        </pc:spChg>
        <pc:spChg chg="mod">
          <ac:chgData name="vkbhuvanesh18@gmail.com" userId="b3f8e2668c730ca7" providerId="LiveId" clId="{EF1A6555-5BA0-4467-9D1C-50F128FB18DC}" dt="2026-09-19T09:13:47.505" v="49" actId="27636"/>
          <ac:spMkLst>
            <pc:docMk/>
            <pc:sldMk cId="478179724" sldId="266"/>
            <ac:spMk id="7" creationId="{A55D0235-E6A3-49A0-BAD7-C8A61E2E2963}"/>
          </ac:spMkLst>
        </pc:spChg>
        <pc:spChg chg="mod">
          <ac:chgData name="vkbhuvanesh18@gmail.com" userId="b3f8e2668c730ca7" providerId="LiveId" clId="{EF1A6555-5BA0-4467-9D1C-50F128FB18DC}" dt="2026-09-19T09:13:47.505" v="50" actId="27636"/>
          <ac:spMkLst>
            <pc:docMk/>
            <pc:sldMk cId="478179724" sldId="266"/>
            <ac:spMk id="9" creationId="{B5B7CE3E-B172-4DC4-979B-8886068C8C4C}"/>
          </ac:spMkLst>
        </pc:spChg>
        <pc:spChg chg="mod">
          <ac:chgData name="vkbhuvanesh18@gmail.com" userId="b3f8e2668c730ca7" providerId="LiveId" clId="{EF1A6555-5BA0-4467-9D1C-50F128FB18DC}" dt="2026-09-19T09:13:47.491" v="46" actId="27636"/>
          <ac:spMkLst>
            <pc:docMk/>
            <pc:sldMk cId="478179724" sldId="266"/>
            <ac:spMk id="11" creationId="{700C20EA-E58A-435D-BE6A-3562201BB9FB}"/>
          </ac:spMkLst>
        </pc:spChg>
      </pc:sldChg>
      <pc:sldChg chg="modSp mod">
        <pc:chgData name="vkbhuvanesh18@gmail.com" userId="b3f8e2668c730ca7" providerId="LiveId" clId="{EF1A6555-5BA0-4467-9D1C-50F128FB18DC}" dt="2026-09-19T09:13:52.415" v="137" actId="27636"/>
        <pc:sldMkLst>
          <pc:docMk/>
          <pc:sldMk cId="1702427705" sldId="267"/>
        </pc:sldMkLst>
        <pc:spChg chg="mod">
          <ac:chgData name="vkbhuvanesh18@gmail.com" userId="b3f8e2668c730ca7" providerId="LiveId" clId="{EF1A6555-5BA0-4467-9D1C-50F128FB18DC}" dt="2026-09-19T09:13:47.523" v="58" actId="27636"/>
          <ac:spMkLst>
            <pc:docMk/>
            <pc:sldMk cId="1702427705" sldId="267"/>
            <ac:spMk id="2" creationId="{5783E439-DEE0-48DC-92E3-9FBCC1234FEF}"/>
          </ac:spMkLst>
        </pc:spChg>
        <pc:spChg chg="mod">
          <ac:chgData name="vkbhuvanesh18@gmail.com" userId="b3f8e2668c730ca7" providerId="LiveId" clId="{EF1A6555-5BA0-4467-9D1C-50F128FB18DC}" dt="2026-09-19T09:13:52.415" v="135" actId="27636"/>
          <ac:spMkLst>
            <pc:docMk/>
            <pc:sldMk cId="1702427705" sldId="267"/>
            <ac:spMk id="4" creationId="{D0747676-627B-4D84-8904-0999D5EF979D}"/>
          </ac:spMkLst>
        </pc:spChg>
        <pc:spChg chg="mod">
          <ac:chgData name="vkbhuvanesh18@gmail.com" userId="b3f8e2668c730ca7" providerId="LiveId" clId="{EF1A6555-5BA0-4467-9D1C-50F128FB18DC}" dt="2026-09-19T09:13:47.521" v="57" actId="27636"/>
          <ac:spMkLst>
            <pc:docMk/>
            <pc:sldMk cId="1702427705" sldId="267"/>
            <ac:spMk id="6" creationId="{DBC26094-B851-45EB-B6D6-1E5CA1757C60}"/>
          </ac:spMkLst>
        </pc:spChg>
        <pc:spChg chg="mod">
          <ac:chgData name="vkbhuvanesh18@gmail.com" userId="b3f8e2668c730ca7" providerId="LiveId" clId="{EF1A6555-5BA0-4467-9D1C-50F128FB18DC}" dt="2026-09-19T09:13:47.518" v="54" actId="27636"/>
          <ac:spMkLst>
            <pc:docMk/>
            <pc:sldMk cId="1702427705" sldId="267"/>
            <ac:spMk id="8" creationId="{6AEFE489-6B13-4B2E-861F-7596673F4D68}"/>
          </ac:spMkLst>
        </pc:spChg>
        <pc:spChg chg="mod">
          <ac:chgData name="vkbhuvanesh18@gmail.com" userId="b3f8e2668c730ca7" providerId="LiveId" clId="{EF1A6555-5BA0-4467-9D1C-50F128FB18DC}" dt="2026-09-19T09:13:52.415" v="136" actId="27636"/>
          <ac:spMkLst>
            <pc:docMk/>
            <pc:sldMk cId="1702427705" sldId="267"/>
            <ac:spMk id="11" creationId="{4446F686-63DB-47C4-93E1-9EA65BD01C98}"/>
          </ac:spMkLst>
        </pc:spChg>
        <pc:spChg chg="mod">
          <ac:chgData name="vkbhuvanesh18@gmail.com" userId="b3f8e2668c730ca7" providerId="LiveId" clId="{EF1A6555-5BA0-4467-9D1C-50F128FB18DC}" dt="2026-09-19T09:13:52.399" v="134" actId="27636"/>
          <ac:spMkLst>
            <pc:docMk/>
            <pc:sldMk cId="1702427705" sldId="267"/>
            <ac:spMk id="13" creationId="{8BC253B8-2BA4-4A76-94C9-B59111896C06}"/>
          </ac:spMkLst>
        </pc:spChg>
        <pc:spChg chg="mod">
          <ac:chgData name="vkbhuvanesh18@gmail.com" userId="b3f8e2668c730ca7" providerId="LiveId" clId="{EF1A6555-5BA0-4467-9D1C-50F128FB18DC}" dt="2026-09-19T09:13:52.415" v="137" actId="27636"/>
          <ac:spMkLst>
            <pc:docMk/>
            <pc:sldMk cId="1702427705" sldId="267"/>
            <ac:spMk id="15" creationId="{846A1144-712A-4402-B4A0-9A4B76903A7B}"/>
          </ac:spMkLst>
        </pc:spChg>
        <pc:spChg chg="mod">
          <ac:chgData name="vkbhuvanesh18@gmail.com" userId="b3f8e2668c730ca7" providerId="LiveId" clId="{EF1A6555-5BA0-4467-9D1C-50F128FB18DC}" dt="2026-09-19T09:13:52.399" v="133" actId="27636"/>
          <ac:spMkLst>
            <pc:docMk/>
            <pc:sldMk cId="1702427705" sldId="267"/>
            <ac:spMk id="17" creationId="{01D9BFA9-8A1C-4D3C-96D4-F7ACA636E5C9}"/>
          </ac:spMkLst>
        </pc:spChg>
      </pc:sldChg>
      <pc:sldChg chg="modSp mod">
        <pc:chgData name="vkbhuvanesh18@gmail.com" userId="b3f8e2668c730ca7" providerId="LiveId" clId="{EF1A6555-5BA0-4467-9D1C-50F128FB18DC}" dt="2026-09-19T09:13:52.421" v="138" actId="27636"/>
        <pc:sldMkLst>
          <pc:docMk/>
          <pc:sldMk cId="1819114282" sldId="268"/>
        </pc:sldMkLst>
        <pc:spChg chg="mod">
          <ac:chgData name="vkbhuvanesh18@gmail.com" userId="b3f8e2668c730ca7" providerId="LiveId" clId="{EF1A6555-5BA0-4467-9D1C-50F128FB18DC}" dt="2026-09-19T09:13:47.538" v="71" actId="27636"/>
          <ac:spMkLst>
            <pc:docMk/>
            <pc:sldMk cId="1819114282" sldId="268"/>
            <ac:spMk id="2" creationId="{F47D7BD6-4258-43C2-83D9-E7F0727BF938}"/>
          </ac:spMkLst>
        </pc:spChg>
        <pc:spChg chg="mod">
          <ac:chgData name="vkbhuvanesh18@gmail.com" userId="b3f8e2668c730ca7" providerId="LiveId" clId="{EF1A6555-5BA0-4467-9D1C-50F128FB18DC}" dt="2026-09-19T09:13:52.421" v="138" actId="27636"/>
          <ac:spMkLst>
            <pc:docMk/>
            <pc:sldMk cId="1819114282" sldId="268"/>
            <ac:spMk id="4" creationId="{460218D2-5A20-4CCC-A7F5-F962BE64CFE2}"/>
          </ac:spMkLst>
        </pc:spChg>
        <pc:spChg chg="mod">
          <ac:chgData name="vkbhuvanesh18@gmail.com" userId="b3f8e2668c730ca7" providerId="LiveId" clId="{EF1A6555-5BA0-4467-9D1C-50F128FB18DC}" dt="2026-09-19T09:13:47.535" v="68" actId="27636"/>
          <ac:spMkLst>
            <pc:docMk/>
            <pc:sldMk cId="1819114282" sldId="268"/>
            <ac:spMk id="7" creationId="{CFD0F700-173D-4B11-881C-AFDF5D37F38C}"/>
          </ac:spMkLst>
        </pc:spChg>
        <pc:spChg chg="mod">
          <ac:chgData name="vkbhuvanesh18@gmail.com" userId="b3f8e2668c730ca7" providerId="LiveId" clId="{EF1A6555-5BA0-4467-9D1C-50F128FB18DC}" dt="2026-09-19T09:13:47.533" v="67" actId="27636"/>
          <ac:spMkLst>
            <pc:docMk/>
            <pc:sldMk cId="1819114282" sldId="268"/>
            <ac:spMk id="8" creationId="{EA2CE735-A215-4D2C-9A9B-E195228AE12D}"/>
          </ac:spMkLst>
        </pc:spChg>
        <pc:spChg chg="mod">
          <ac:chgData name="vkbhuvanesh18@gmail.com" userId="b3f8e2668c730ca7" providerId="LiveId" clId="{EF1A6555-5BA0-4467-9D1C-50F128FB18DC}" dt="2026-09-19T09:13:47.527" v="59" actId="27636"/>
          <ac:spMkLst>
            <pc:docMk/>
            <pc:sldMk cId="1819114282" sldId="268"/>
            <ac:spMk id="10" creationId="{CDBC1AEB-6354-426A-8972-C19D5535A9CA}"/>
          </ac:spMkLst>
        </pc:spChg>
        <pc:spChg chg="mod">
          <ac:chgData name="vkbhuvanesh18@gmail.com" userId="b3f8e2668c730ca7" providerId="LiveId" clId="{EF1A6555-5BA0-4467-9D1C-50F128FB18DC}" dt="2026-09-19T09:13:47.531" v="63" actId="27636"/>
          <ac:spMkLst>
            <pc:docMk/>
            <pc:sldMk cId="1819114282" sldId="268"/>
            <ac:spMk id="11" creationId="{402900EF-6952-4C57-A194-3570FBD90FE8}"/>
          </ac:spMkLst>
        </pc:spChg>
        <pc:spChg chg="mod">
          <ac:chgData name="vkbhuvanesh18@gmail.com" userId="b3f8e2668c730ca7" providerId="LiveId" clId="{EF1A6555-5BA0-4467-9D1C-50F128FB18DC}" dt="2026-09-19T09:13:47.531" v="65" actId="27636"/>
          <ac:spMkLst>
            <pc:docMk/>
            <pc:sldMk cId="1819114282" sldId="268"/>
            <ac:spMk id="13" creationId="{CBE78771-E7C7-4392-B5ED-042DCA936D2A}"/>
          </ac:spMkLst>
        </pc:spChg>
        <pc:spChg chg="mod">
          <ac:chgData name="vkbhuvanesh18@gmail.com" userId="b3f8e2668c730ca7" providerId="LiveId" clId="{EF1A6555-5BA0-4467-9D1C-50F128FB18DC}" dt="2026-09-19T09:13:47.529" v="62" actId="27636"/>
          <ac:spMkLst>
            <pc:docMk/>
            <pc:sldMk cId="1819114282" sldId="268"/>
            <ac:spMk id="14" creationId="{FF90A072-016F-4F07-B51B-86B36B785ED7}"/>
          </ac:spMkLst>
        </pc:spChg>
        <pc:spChg chg="mod">
          <ac:chgData name="vkbhuvanesh18@gmail.com" userId="b3f8e2668c730ca7" providerId="LiveId" clId="{EF1A6555-5BA0-4467-9D1C-50F128FB18DC}" dt="2026-09-19T09:13:47.533" v="66" actId="27636"/>
          <ac:spMkLst>
            <pc:docMk/>
            <pc:sldMk cId="1819114282" sldId="268"/>
            <ac:spMk id="16" creationId="{FE99A310-0FEB-49A5-9178-9A855B8477AF}"/>
          </ac:spMkLst>
        </pc:spChg>
        <pc:spChg chg="mod">
          <ac:chgData name="vkbhuvanesh18@gmail.com" userId="b3f8e2668c730ca7" providerId="LiveId" clId="{EF1A6555-5BA0-4467-9D1C-50F128FB18DC}" dt="2026-09-19T09:13:47.529" v="61" actId="27636"/>
          <ac:spMkLst>
            <pc:docMk/>
            <pc:sldMk cId="1819114282" sldId="268"/>
            <ac:spMk id="17" creationId="{ECF4F3D4-50DE-4405-932C-30A2038543F9}"/>
          </ac:spMkLst>
        </pc:spChg>
        <pc:spChg chg="mod">
          <ac:chgData name="vkbhuvanesh18@gmail.com" userId="b3f8e2668c730ca7" providerId="LiveId" clId="{EF1A6555-5BA0-4467-9D1C-50F128FB18DC}" dt="2026-09-19T09:13:47.531" v="64" actId="27636"/>
          <ac:spMkLst>
            <pc:docMk/>
            <pc:sldMk cId="1819114282" sldId="268"/>
            <ac:spMk id="19" creationId="{3BAF27E8-95F8-4F3A-9D5F-F767E4EC0B96}"/>
          </ac:spMkLst>
        </pc:spChg>
        <pc:spChg chg="mod">
          <ac:chgData name="vkbhuvanesh18@gmail.com" userId="b3f8e2668c730ca7" providerId="LiveId" clId="{EF1A6555-5BA0-4467-9D1C-50F128FB18DC}" dt="2026-09-19T09:13:47.527" v="60" actId="27636"/>
          <ac:spMkLst>
            <pc:docMk/>
            <pc:sldMk cId="1819114282" sldId="268"/>
            <ac:spMk id="20" creationId="{B4BA7F13-DF09-4E24-A1EA-D122B857DED3}"/>
          </ac:spMkLst>
        </pc:spChg>
        <pc:spChg chg="mod">
          <ac:chgData name="vkbhuvanesh18@gmail.com" userId="b3f8e2668c730ca7" providerId="LiveId" clId="{EF1A6555-5BA0-4467-9D1C-50F128FB18DC}" dt="2026-09-19T09:13:47.538" v="72" actId="27636"/>
          <ac:spMkLst>
            <pc:docMk/>
            <pc:sldMk cId="1819114282" sldId="268"/>
            <ac:spMk id="22" creationId="{1BF4947B-041D-4830-824C-B58D7696C9D8}"/>
          </ac:spMkLst>
        </pc:spChg>
        <pc:spChg chg="mod">
          <ac:chgData name="vkbhuvanesh18@gmail.com" userId="b3f8e2668c730ca7" providerId="LiveId" clId="{EF1A6555-5BA0-4467-9D1C-50F128FB18DC}" dt="2026-09-19T09:13:47.535" v="69" actId="27636"/>
          <ac:spMkLst>
            <pc:docMk/>
            <pc:sldMk cId="1819114282" sldId="268"/>
            <ac:spMk id="23" creationId="{E8CAC1BA-7046-4071-8C44-13814858F860}"/>
          </ac:spMkLst>
        </pc:spChg>
      </pc:sldChg>
      <pc:sldChg chg="modSp mod">
        <pc:chgData name="vkbhuvanesh18@gmail.com" userId="b3f8e2668c730ca7" providerId="LiveId" clId="{EF1A6555-5BA0-4467-9D1C-50F128FB18DC}" dt="2026-09-19T09:13:52.431" v="139" actId="27636"/>
        <pc:sldMkLst>
          <pc:docMk/>
          <pc:sldMk cId="2087187689" sldId="269"/>
        </pc:sldMkLst>
        <pc:spChg chg="mod">
          <ac:chgData name="vkbhuvanesh18@gmail.com" userId="b3f8e2668c730ca7" providerId="LiveId" clId="{EF1A6555-5BA0-4467-9D1C-50F128FB18DC}" dt="2026-09-19T09:13:47.538" v="74" actId="27636"/>
          <ac:spMkLst>
            <pc:docMk/>
            <pc:sldMk cId="2087187689" sldId="269"/>
            <ac:spMk id="2" creationId="{12DD4892-3C48-4A2A-900A-1C7EDAB4D7A6}"/>
          </ac:spMkLst>
        </pc:spChg>
        <pc:spChg chg="mod">
          <ac:chgData name="vkbhuvanesh18@gmail.com" userId="b3f8e2668c730ca7" providerId="LiveId" clId="{EF1A6555-5BA0-4467-9D1C-50F128FB18DC}" dt="2026-09-19T09:13:52.431" v="139" actId="27636"/>
          <ac:spMkLst>
            <pc:docMk/>
            <pc:sldMk cId="2087187689" sldId="269"/>
            <ac:spMk id="4" creationId="{D0185DF9-1087-4337-9D57-9B926E278E29}"/>
          </ac:spMkLst>
        </pc:spChg>
      </pc:sldChg>
      <pc:sldChg chg="modSp mod">
        <pc:chgData name="vkbhuvanesh18@gmail.com" userId="b3f8e2668c730ca7" providerId="LiveId" clId="{EF1A6555-5BA0-4467-9D1C-50F128FB18DC}" dt="2026-09-19T09:13:52.447" v="148" actId="27636"/>
        <pc:sldMkLst>
          <pc:docMk/>
          <pc:sldMk cId="1213584048" sldId="270"/>
        </pc:sldMkLst>
        <pc:spChg chg="mod">
          <ac:chgData name="vkbhuvanesh18@gmail.com" userId="b3f8e2668c730ca7" providerId="LiveId" clId="{EF1A6555-5BA0-4467-9D1C-50F128FB18DC}" dt="2026-09-19T09:13:47.559" v="83" actId="27636"/>
          <ac:spMkLst>
            <pc:docMk/>
            <pc:sldMk cId="1213584048" sldId="270"/>
            <ac:spMk id="2" creationId="{7ABCF843-DEB7-473A-944B-8D6952152773}"/>
          </ac:spMkLst>
        </pc:spChg>
        <pc:spChg chg="mod">
          <ac:chgData name="vkbhuvanesh18@gmail.com" userId="b3f8e2668c730ca7" providerId="LiveId" clId="{EF1A6555-5BA0-4467-9D1C-50F128FB18DC}" dt="2026-09-19T09:13:52.442" v="143" actId="27636"/>
          <ac:spMkLst>
            <pc:docMk/>
            <pc:sldMk cId="1213584048" sldId="270"/>
            <ac:spMk id="4" creationId="{3F2D5CDA-9FC1-4EFC-B550-0064A7817FB9}"/>
          </ac:spMkLst>
        </pc:spChg>
        <pc:spChg chg="mod">
          <ac:chgData name="vkbhuvanesh18@gmail.com" userId="b3f8e2668c730ca7" providerId="LiveId" clId="{EF1A6555-5BA0-4467-9D1C-50F128FB18DC}" dt="2026-09-19T09:13:52.446" v="147" actId="27636"/>
          <ac:spMkLst>
            <pc:docMk/>
            <pc:sldMk cId="1213584048" sldId="270"/>
            <ac:spMk id="7" creationId="{2F7BA4BD-D502-4E65-9D3C-AD6E3378E891}"/>
          </ac:spMkLst>
        </pc:spChg>
        <pc:spChg chg="mod">
          <ac:chgData name="vkbhuvanesh18@gmail.com" userId="b3f8e2668c730ca7" providerId="LiveId" clId="{EF1A6555-5BA0-4467-9D1C-50F128FB18DC}" dt="2026-09-19T09:13:52.444" v="146" actId="27636"/>
          <ac:spMkLst>
            <pc:docMk/>
            <pc:sldMk cId="1213584048" sldId="270"/>
            <ac:spMk id="8" creationId="{2D476401-1F93-454D-8871-60696AF86F31}"/>
          </ac:spMkLst>
        </pc:spChg>
        <pc:spChg chg="mod">
          <ac:chgData name="vkbhuvanesh18@gmail.com" userId="b3f8e2668c730ca7" providerId="LiveId" clId="{EF1A6555-5BA0-4467-9D1C-50F128FB18DC}" dt="2026-09-19T09:13:52.440" v="141" actId="27636"/>
          <ac:spMkLst>
            <pc:docMk/>
            <pc:sldMk cId="1213584048" sldId="270"/>
            <ac:spMk id="10" creationId="{25086738-C83A-4B5A-A9A3-7A1E7B2818B6}"/>
          </ac:spMkLst>
        </pc:spChg>
        <pc:spChg chg="mod">
          <ac:chgData name="vkbhuvanesh18@gmail.com" userId="b3f8e2668c730ca7" providerId="LiveId" clId="{EF1A6555-5BA0-4467-9D1C-50F128FB18DC}" dt="2026-09-19T09:13:52.431" v="140" actId="27636"/>
          <ac:spMkLst>
            <pc:docMk/>
            <pc:sldMk cId="1213584048" sldId="270"/>
            <ac:spMk id="11" creationId="{6F29FADB-B21A-4A5C-94AA-8F1DE11595B3}"/>
          </ac:spMkLst>
        </pc:spChg>
        <pc:spChg chg="mod">
          <ac:chgData name="vkbhuvanesh18@gmail.com" userId="b3f8e2668c730ca7" providerId="LiveId" clId="{EF1A6555-5BA0-4467-9D1C-50F128FB18DC}" dt="2026-09-19T09:13:52.442" v="144" actId="27636"/>
          <ac:spMkLst>
            <pc:docMk/>
            <pc:sldMk cId="1213584048" sldId="270"/>
            <ac:spMk id="13" creationId="{8462F8BE-6D2E-4AA7-B459-F58B47AF45D6}"/>
          </ac:spMkLst>
        </pc:spChg>
        <pc:spChg chg="mod">
          <ac:chgData name="vkbhuvanesh18@gmail.com" userId="b3f8e2668c730ca7" providerId="LiveId" clId="{EF1A6555-5BA0-4467-9D1C-50F128FB18DC}" dt="2026-09-19T09:13:52.444" v="145" actId="27636"/>
          <ac:spMkLst>
            <pc:docMk/>
            <pc:sldMk cId="1213584048" sldId="270"/>
            <ac:spMk id="14" creationId="{0BC17FD8-4084-4CD4-853F-FFA7727BD50C}"/>
          </ac:spMkLst>
        </pc:spChg>
        <pc:spChg chg="mod">
          <ac:chgData name="vkbhuvanesh18@gmail.com" userId="b3f8e2668c730ca7" providerId="LiveId" clId="{EF1A6555-5BA0-4467-9D1C-50F128FB18DC}" dt="2026-09-19T09:13:52.440" v="142" actId="27636"/>
          <ac:spMkLst>
            <pc:docMk/>
            <pc:sldMk cId="1213584048" sldId="270"/>
            <ac:spMk id="16" creationId="{AB3CB68A-05F3-4ACB-9447-103A3450C836}"/>
          </ac:spMkLst>
        </pc:spChg>
        <pc:spChg chg="mod">
          <ac:chgData name="vkbhuvanesh18@gmail.com" userId="b3f8e2668c730ca7" providerId="LiveId" clId="{EF1A6555-5BA0-4467-9D1C-50F128FB18DC}" dt="2026-09-19T09:13:52.447" v="148" actId="27636"/>
          <ac:spMkLst>
            <pc:docMk/>
            <pc:sldMk cId="1213584048" sldId="270"/>
            <ac:spMk id="17" creationId="{46E47404-6E45-404C-9AC2-6FD1313C679D}"/>
          </ac:spMkLst>
        </pc:spChg>
        <pc:spChg chg="mod">
          <ac:chgData name="vkbhuvanesh18@gmail.com" userId="b3f8e2668c730ca7" providerId="LiveId" clId="{EF1A6555-5BA0-4467-9D1C-50F128FB18DC}" dt="2026-09-19T09:13:47.552" v="77" actId="27636"/>
          <ac:spMkLst>
            <pc:docMk/>
            <pc:sldMk cId="1213584048" sldId="270"/>
            <ac:spMk id="18" creationId="{8F14A544-AE51-4105-A7A3-D00E923CFE3F}"/>
          </ac:spMkLst>
        </pc:spChg>
      </pc:sldChg>
      <pc:sldChg chg="modSp mod">
        <pc:chgData name="vkbhuvanesh18@gmail.com" userId="b3f8e2668c730ca7" providerId="LiveId" clId="{EF1A6555-5BA0-4467-9D1C-50F128FB18DC}" dt="2026-09-19T09:13:52.454" v="149" actId="27636"/>
        <pc:sldMkLst>
          <pc:docMk/>
          <pc:sldMk cId="880888649" sldId="271"/>
        </pc:sldMkLst>
        <pc:spChg chg="mod">
          <ac:chgData name="vkbhuvanesh18@gmail.com" userId="b3f8e2668c730ca7" providerId="LiveId" clId="{EF1A6555-5BA0-4467-9D1C-50F128FB18DC}" dt="2026-09-19T09:13:47.570" v="89" actId="27636"/>
          <ac:spMkLst>
            <pc:docMk/>
            <pc:sldMk cId="880888649" sldId="271"/>
            <ac:spMk id="2" creationId="{163B27D4-10A9-495A-9554-5D369A8275BF}"/>
          </ac:spMkLst>
        </pc:spChg>
        <pc:spChg chg="mod">
          <ac:chgData name="vkbhuvanesh18@gmail.com" userId="b3f8e2668c730ca7" providerId="LiveId" clId="{EF1A6555-5BA0-4467-9D1C-50F128FB18DC}" dt="2026-09-19T09:13:52.454" v="149" actId="27636"/>
          <ac:spMkLst>
            <pc:docMk/>
            <pc:sldMk cId="880888649" sldId="271"/>
            <ac:spMk id="4" creationId="{83F3127A-EFA5-46A4-81F2-CC05D192B644}"/>
          </ac:spMkLst>
        </pc:spChg>
        <pc:spChg chg="mod">
          <ac:chgData name="vkbhuvanesh18@gmail.com" userId="b3f8e2668c730ca7" providerId="LiveId" clId="{EF1A6555-5BA0-4467-9D1C-50F128FB18DC}" dt="2026-09-19T09:13:47.568" v="88" actId="27636"/>
          <ac:spMkLst>
            <pc:docMk/>
            <pc:sldMk cId="880888649" sldId="271"/>
            <ac:spMk id="7" creationId="{790D09EF-96A0-4534-996E-C0F10F5E8069}"/>
          </ac:spMkLst>
        </pc:spChg>
        <pc:spChg chg="mod">
          <ac:chgData name="vkbhuvanesh18@gmail.com" userId="b3f8e2668c730ca7" providerId="LiveId" clId="{EF1A6555-5BA0-4467-9D1C-50F128FB18DC}" dt="2026-09-19T09:13:47.561" v="87" actId="27636"/>
          <ac:spMkLst>
            <pc:docMk/>
            <pc:sldMk cId="880888649" sldId="271"/>
            <ac:spMk id="9" creationId="{5ACC3CD9-CDA8-43DA-B25C-5E4FF14B87CD}"/>
          </ac:spMkLst>
        </pc:spChg>
        <pc:spChg chg="mod">
          <ac:chgData name="vkbhuvanesh18@gmail.com" userId="b3f8e2668c730ca7" providerId="LiveId" clId="{EF1A6555-5BA0-4467-9D1C-50F128FB18DC}" dt="2026-09-19T09:13:47.561" v="86" actId="27636"/>
          <ac:spMkLst>
            <pc:docMk/>
            <pc:sldMk cId="880888649" sldId="271"/>
            <ac:spMk id="11" creationId="{6A91D1E8-CE51-4DF7-9C8B-EB05E1044247}"/>
          </ac:spMkLst>
        </pc:spChg>
      </pc:sldChg>
      <pc:sldChg chg="modSp mod">
        <pc:chgData name="vkbhuvanesh18@gmail.com" userId="b3f8e2668c730ca7" providerId="LiveId" clId="{EF1A6555-5BA0-4467-9D1C-50F128FB18DC}" dt="2026-09-19T09:13:52.454" v="150" actId="27636"/>
        <pc:sldMkLst>
          <pc:docMk/>
          <pc:sldMk cId="1629422501" sldId="272"/>
        </pc:sldMkLst>
        <pc:spChg chg="mod">
          <ac:chgData name="vkbhuvanesh18@gmail.com" userId="b3f8e2668c730ca7" providerId="LiveId" clId="{EF1A6555-5BA0-4467-9D1C-50F128FB18DC}" dt="2026-09-19T09:13:47.578" v="92" actId="27636"/>
          <ac:spMkLst>
            <pc:docMk/>
            <pc:sldMk cId="1629422501" sldId="272"/>
            <ac:spMk id="2" creationId="{8BA9C89D-64A3-44D7-B260-E38CCA597F04}"/>
          </ac:spMkLst>
        </pc:spChg>
        <pc:spChg chg="mod">
          <ac:chgData name="vkbhuvanesh18@gmail.com" userId="b3f8e2668c730ca7" providerId="LiveId" clId="{EF1A6555-5BA0-4467-9D1C-50F128FB18DC}" dt="2026-09-19T09:13:52.454" v="150" actId="27636"/>
          <ac:spMkLst>
            <pc:docMk/>
            <pc:sldMk cId="1629422501" sldId="272"/>
            <ac:spMk id="4" creationId="{2AAD7F0F-DDD9-4E5D-99DC-EE8038138297}"/>
          </ac:spMkLst>
        </pc:spChg>
        <pc:spChg chg="mod">
          <ac:chgData name="vkbhuvanesh18@gmail.com" userId="b3f8e2668c730ca7" providerId="LiveId" clId="{EF1A6555-5BA0-4467-9D1C-50F128FB18DC}" dt="2026-09-19T09:13:47.580" v="94" actId="27636"/>
          <ac:spMkLst>
            <pc:docMk/>
            <pc:sldMk cId="1629422501" sldId="272"/>
            <ac:spMk id="7" creationId="{B53AE176-E4D3-4028-AC64-113CD74CC12E}"/>
          </ac:spMkLst>
        </pc:spChg>
        <pc:spChg chg="mod">
          <ac:chgData name="vkbhuvanesh18@gmail.com" userId="b3f8e2668c730ca7" providerId="LiveId" clId="{EF1A6555-5BA0-4467-9D1C-50F128FB18DC}" dt="2026-09-19T09:13:47.580" v="95" actId="27636"/>
          <ac:spMkLst>
            <pc:docMk/>
            <pc:sldMk cId="1629422501" sldId="272"/>
            <ac:spMk id="9" creationId="{B83A44FF-F624-4782-A09D-2A0F8088D8BD}"/>
          </ac:spMkLst>
        </pc:spChg>
        <pc:spChg chg="mod">
          <ac:chgData name="vkbhuvanesh18@gmail.com" userId="b3f8e2668c730ca7" providerId="LiveId" clId="{EF1A6555-5BA0-4467-9D1C-50F128FB18DC}" dt="2026-09-19T09:13:47.578" v="93" actId="27636"/>
          <ac:spMkLst>
            <pc:docMk/>
            <pc:sldMk cId="1629422501" sldId="272"/>
            <ac:spMk id="11" creationId="{2AD6C748-035D-4933-9FAA-D5AFE8347C57}"/>
          </ac:spMkLst>
        </pc:spChg>
      </pc:sldChg>
      <pc:sldChg chg="modSp mod">
        <pc:chgData name="vkbhuvanesh18@gmail.com" userId="b3f8e2668c730ca7" providerId="LiveId" clId="{EF1A6555-5BA0-4467-9D1C-50F128FB18DC}" dt="2026-09-19T09:13:52.463" v="151" actId="27636"/>
        <pc:sldMkLst>
          <pc:docMk/>
          <pc:sldMk cId="2039211095" sldId="273"/>
        </pc:sldMkLst>
        <pc:spChg chg="mod">
          <ac:chgData name="vkbhuvanesh18@gmail.com" userId="b3f8e2668c730ca7" providerId="LiveId" clId="{EF1A6555-5BA0-4467-9D1C-50F128FB18DC}" dt="2026-09-19T09:13:47.584" v="96" actId="27636"/>
          <ac:spMkLst>
            <pc:docMk/>
            <pc:sldMk cId="2039211095" sldId="273"/>
            <ac:spMk id="2" creationId="{7B2A8673-47B9-441A-988F-FF6FC7BCDE81}"/>
          </ac:spMkLst>
        </pc:spChg>
        <pc:spChg chg="mod">
          <ac:chgData name="vkbhuvanesh18@gmail.com" userId="b3f8e2668c730ca7" providerId="LiveId" clId="{EF1A6555-5BA0-4467-9D1C-50F128FB18DC}" dt="2026-09-19T09:13:52.463" v="151" actId="27636"/>
          <ac:spMkLst>
            <pc:docMk/>
            <pc:sldMk cId="2039211095" sldId="273"/>
            <ac:spMk id="4" creationId="{47FD9F78-BFDD-42B1-BCBE-C590AB2298AE}"/>
          </ac:spMkLst>
        </pc:spChg>
      </pc:sldChg>
      <pc:sldChg chg="modSp mod">
        <pc:chgData name="vkbhuvanesh18@gmail.com" userId="b3f8e2668c730ca7" providerId="LiveId" clId="{EF1A6555-5BA0-4467-9D1C-50F128FB18DC}" dt="2026-09-19T09:13:52.463" v="152" actId="27636"/>
        <pc:sldMkLst>
          <pc:docMk/>
          <pc:sldMk cId="2008396253" sldId="274"/>
        </pc:sldMkLst>
        <pc:spChg chg="mod">
          <ac:chgData name="vkbhuvanesh18@gmail.com" userId="b3f8e2668c730ca7" providerId="LiveId" clId="{EF1A6555-5BA0-4467-9D1C-50F128FB18DC}" dt="2026-09-19T09:13:47.584" v="99" actId="27636"/>
          <ac:spMkLst>
            <pc:docMk/>
            <pc:sldMk cId="2008396253" sldId="274"/>
            <ac:spMk id="2" creationId="{EDF8B1CC-9B54-477B-8B9D-0366B440AE77}"/>
          </ac:spMkLst>
        </pc:spChg>
        <pc:spChg chg="mod">
          <ac:chgData name="vkbhuvanesh18@gmail.com" userId="b3f8e2668c730ca7" providerId="LiveId" clId="{EF1A6555-5BA0-4467-9D1C-50F128FB18DC}" dt="2026-09-19T09:13:52.463" v="152" actId="27636"/>
          <ac:spMkLst>
            <pc:docMk/>
            <pc:sldMk cId="2008396253" sldId="274"/>
            <ac:spMk id="4" creationId="{E0D7D598-DA05-4A96-A92D-8D0360FDFC5C}"/>
          </ac:spMkLst>
        </pc:spChg>
      </pc:sldChg>
      <pc:sldChg chg="modSp mod">
        <pc:chgData name="vkbhuvanesh18@gmail.com" userId="b3f8e2668c730ca7" providerId="LiveId" clId="{EF1A6555-5BA0-4467-9D1C-50F128FB18DC}" dt="2026-09-19T09:13:52.483" v="155" actId="27636"/>
        <pc:sldMkLst>
          <pc:docMk/>
          <pc:sldMk cId="1334827394" sldId="275"/>
        </pc:sldMkLst>
        <pc:spChg chg="mod">
          <ac:chgData name="vkbhuvanesh18@gmail.com" userId="b3f8e2668c730ca7" providerId="LiveId" clId="{EF1A6555-5BA0-4467-9D1C-50F128FB18DC}" dt="2026-09-19T09:13:47.605" v="104" actId="27636"/>
          <ac:spMkLst>
            <pc:docMk/>
            <pc:sldMk cId="1334827394" sldId="275"/>
            <ac:spMk id="2" creationId="{9B4404F8-679E-4A5A-8DEC-C1FF3EA34B55}"/>
          </ac:spMkLst>
        </pc:spChg>
        <pc:spChg chg="mod">
          <ac:chgData name="vkbhuvanesh18@gmail.com" userId="b3f8e2668c730ca7" providerId="LiveId" clId="{EF1A6555-5BA0-4467-9D1C-50F128FB18DC}" dt="2026-09-19T09:13:52.483" v="154" actId="27636"/>
          <ac:spMkLst>
            <pc:docMk/>
            <pc:sldMk cId="1334827394" sldId="275"/>
            <ac:spMk id="4" creationId="{B5A4D0D8-3578-4FEA-B411-388915E92E27}"/>
          </ac:spMkLst>
        </pc:spChg>
        <pc:spChg chg="mod">
          <ac:chgData name="vkbhuvanesh18@gmail.com" userId="b3f8e2668c730ca7" providerId="LiveId" clId="{EF1A6555-5BA0-4467-9D1C-50F128FB18DC}" dt="2026-09-19T09:13:52.483" v="155" actId="27636"/>
          <ac:spMkLst>
            <pc:docMk/>
            <pc:sldMk cId="1334827394" sldId="275"/>
            <ac:spMk id="8" creationId="{25233ECC-1ABE-46C5-BD56-B4A32CC1E136}"/>
          </ac:spMkLst>
        </pc:spChg>
        <pc:spChg chg="mod">
          <ac:chgData name="vkbhuvanesh18@gmail.com" userId="b3f8e2668c730ca7" providerId="LiveId" clId="{EF1A6555-5BA0-4467-9D1C-50F128FB18DC}" dt="2026-09-19T09:13:47.600" v="100" actId="27636"/>
          <ac:spMkLst>
            <pc:docMk/>
            <pc:sldMk cId="1334827394" sldId="275"/>
            <ac:spMk id="9" creationId="{9A91F65C-B2F8-49B6-A7F3-20F5467B13C8}"/>
          </ac:spMkLst>
        </pc:spChg>
        <pc:spChg chg="mod">
          <ac:chgData name="vkbhuvanesh18@gmail.com" userId="b3f8e2668c730ca7" providerId="LiveId" clId="{EF1A6555-5BA0-4467-9D1C-50F128FB18DC}" dt="2026-09-19T09:13:52.481" v="153" actId="27636"/>
          <ac:spMkLst>
            <pc:docMk/>
            <pc:sldMk cId="1334827394" sldId="275"/>
            <ac:spMk id="11" creationId="{197748BC-0514-4380-B211-A9B1E7789BCB}"/>
          </ac:spMkLst>
        </pc:spChg>
        <pc:spChg chg="mod">
          <ac:chgData name="vkbhuvanesh18@gmail.com" userId="b3f8e2668c730ca7" providerId="LiveId" clId="{EF1A6555-5BA0-4467-9D1C-50F128FB18DC}" dt="2026-09-19T09:13:47.607" v="105" actId="27636"/>
          <ac:spMkLst>
            <pc:docMk/>
            <pc:sldMk cId="1334827394" sldId="275"/>
            <ac:spMk id="12" creationId="{86C19203-74C6-4699-BBED-32E92F687E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CareerConnect browser presentation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75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8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86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44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3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3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5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87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5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83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2075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21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235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977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578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79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53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180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244878-09CD-4AEE-AA45-9C4EF14FAA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53AB88-B383-4435-BFF2-43FD166AE236}"/>
              </a:ext>
            </a:extLst>
          </p:cNvPr>
          <p:cNvSpPr>
            <a:spLocks noGrp="1"/>
          </p:cNvSpPr>
          <p:nvPr/>
        </p:nvSpPr>
        <p:spPr>
          <a:xfrm>
            <a:off x="857250" y="95250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1">
                <a:solidFill>
                  <a:srgbClr val="9CC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CBFF"/>
                </a:solidFill>
                <a:latin typeface="Arial"/>
                <a:ea typeface="Arial"/>
                <a:cs typeface="Arial"/>
              </a:rPr>
              <a:t>FULL-STACK ENGINEERING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1FE766-3AFF-4787-9C3A-F92A87CC9BB9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952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CareerConnect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EAC69-8956-413E-9918-7BFD68077823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8572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0">
                <a:solidFill>
                  <a:srgbClr val="D7E8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E8FA"/>
                </a:solidFill>
                <a:latin typeface="Arial"/>
                <a:ea typeface="Arial"/>
                <a:cs typeface="Arial"/>
              </a:rPr>
              <a:t>Job Portal Management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B7DD89-1678-4150-BD7D-8C2F43888657}"/>
              </a:ext>
            </a:extLst>
          </p:cNvPr>
          <p:cNvSpPr>
            <a:spLocks noGrp="1"/>
          </p:cNvSpPr>
          <p:nvPr/>
        </p:nvSpPr>
        <p:spPr>
          <a:xfrm>
            <a:off x="857250" y="3095625"/>
            <a:ext cx="2000250" cy="5715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BE4EF-E281-4CAD-8ACC-69DF39D3307C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65722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ID: 10</a:t>
            </a:r>
          </a:p>
          <a:p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Department: CSE-AI</a:t>
            </a:r>
          </a:p>
          <a:p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Sathyabama Institute of Science and Technology</a:t>
            </a:r>
          </a:p>
          <a:p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 Year: 2024–2028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906A58-29F7-4930-8201-E52142C42A69}"/>
              </a:ext>
            </a:extLst>
          </p:cNvPr>
          <p:cNvSpPr>
            <a:spLocks noGrp="1"/>
          </p:cNvSpPr>
          <p:nvPr/>
        </p:nvSpPr>
        <p:spPr>
          <a:xfrm>
            <a:off x="7858125" y="3714750"/>
            <a:ext cx="33337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D7E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8FA"/>
                </a:solidFill>
                <a:latin typeface="Arial"/>
                <a:ea typeface="Arial"/>
                <a:cs typeface="Arial"/>
              </a:rPr>
              <a:t>Students</a:t>
            </a:r>
          </a:p>
          <a:p>
            <a:pPr>
              <a:defRPr sz="1350" b="0">
                <a:solidFill>
                  <a:srgbClr val="D7E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8FA"/>
                </a:solidFill>
                <a:latin typeface="Arial"/>
                <a:ea typeface="Arial"/>
                <a:cs typeface="Arial"/>
              </a:rPr>
              <a:t>Bhuvaneshwaran – 44731108</a:t>
            </a:r>
          </a:p>
          <a:p>
            <a:pPr>
              <a:defRPr sz="1350" b="0">
                <a:solidFill>
                  <a:srgbClr val="D7E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8FA"/>
                </a:solidFill>
                <a:latin typeface="Arial"/>
                <a:ea typeface="Arial"/>
                <a:cs typeface="Arial"/>
              </a:rPr>
              <a:t>Hemanth Anandha Babu – 4473124</a:t>
            </a:r>
          </a:p>
        </p:txBody>
      </p:sp>
    </p:spTree>
    <p:extLst>
      <p:ext uri="{BB962C8B-B14F-4D97-AF65-F5344CB8AC3E}">
        <p14:creationId xmlns:p14="http://schemas.microsoft.com/office/powerpoint/2010/main" val="139577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D6566-6B19-4899-8E96-7E85A909DC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BE3DC2-9C30-4956-8976-F48014EA7CB7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98F83A-49E3-42FE-B8D1-1519470D2F3A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Introduction and industry background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91F7C8-745B-4FE5-B2C0-953CB7D477AA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02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A6557-83BF-40C8-8C87-215AB125DFF4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BF3A5-5CDD-4E5F-9D15-C2B2F4321167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4857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Recruitment portals connect job seekers with employers, but large volumes of generic listings make relevant opportunities difficult to find.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D1C593-6A5A-421C-A4FD-8B050971BA16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2571750"/>
          </a:xfrm>
          <a:prstGeom prst="roundRect">
            <a:avLst>
              <a:gd name="adj" fmla="val 2963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A0256-4C50-4B71-ACB7-9B0578D50900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38100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600" lnSpcReduction="10000"/>
          </a:bodyPr>
          <a:lstStyle/>
          <a:p>
            <a:pPr>
              <a:defRPr sz="18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CareerConnect focuses on structured profile data, job requirements, transparent matching, and application tracking.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037B21-5E22-4A31-83A4-0356875C4552}"/>
              </a:ext>
            </a:extLst>
          </p:cNvPr>
          <p:cNvSpPr>
            <a:spLocks noGrp="1"/>
          </p:cNvSpPr>
          <p:nvPr/>
        </p:nvSpPr>
        <p:spPr>
          <a:xfrm>
            <a:off x="704850" y="3905250"/>
            <a:ext cx="4857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Recruiters also need a clear way to compare applicants against job requirements without manually reading every profile.</a:t>
            </a:r>
          </a:p>
        </p:txBody>
      </p:sp>
    </p:spTree>
    <p:extLst>
      <p:ext uri="{BB962C8B-B14F-4D97-AF65-F5344CB8AC3E}">
        <p14:creationId xmlns:p14="http://schemas.microsoft.com/office/powerpoint/2010/main" val="181133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EA2D3FC-FC55-4525-8E9F-0FACA713DB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EF6532-CA76-459C-8C0C-7B80CDF8F57E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5B60D-25B0-41B3-89BB-9F7334482BC8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Problem statement and real-world inefficiencies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42D0F-9295-410D-8A1C-8F17D12D3849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03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8A6FE-6AB2-4417-9D4C-AF972048C5EB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335082-E515-4271-8A65-A94AB7F81DC7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448050" cy="1952625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51BD4A-15AB-4E9E-ADC1-CF1CAA4C3533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Generic listings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5DEB5-A09F-4A7A-820D-70E4345B5C2C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299085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Job seekers spend time opening irrelevant or outdated posts.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A4A199-BFC8-420F-B628-6E6211B3BC7A}"/>
              </a:ext>
            </a:extLst>
          </p:cNvPr>
          <p:cNvSpPr>
            <a:spLocks noGrp="1"/>
          </p:cNvSpPr>
          <p:nvPr/>
        </p:nvSpPr>
        <p:spPr>
          <a:xfrm>
            <a:off x="4362450" y="1809750"/>
            <a:ext cx="3448050" cy="1952625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3C030E-8702-4D78-84CC-C93367055BAE}"/>
              </a:ext>
            </a:extLst>
          </p:cNvPr>
          <p:cNvSpPr>
            <a:spLocks noGrp="1"/>
          </p:cNvSpPr>
          <p:nvPr/>
        </p:nvSpPr>
        <p:spPr>
          <a:xfrm>
            <a:off x="4591050" y="2019300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Manual screening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3F4A60-B6C2-494F-B514-393CD900B34F}"/>
              </a:ext>
            </a:extLst>
          </p:cNvPr>
          <p:cNvSpPr>
            <a:spLocks noGrp="1"/>
          </p:cNvSpPr>
          <p:nvPr/>
        </p:nvSpPr>
        <p:spPr>
          <a:xfrm>
            <a:off x="4591050" y="2476500"/>
            <a:ext cx="299085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Recruiters compare skills and experience by hand for each candidate.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32DC82-609E-471D-80F7-7488544C8967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3448050" cy="1952625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C4CBD-B795-4150-815D-FC3F6CE49857}"/>
              </a:ext>
            </a:extLst>
          </p:cNvPr>
          <p:cNvSpPr>
            <a:spLocks noGrp="1"/>
          </p:cNvSpPr>
          <p:nvPr/>
        </p:nvSpPr>
        <p:spPr>
          <a:xfrm>
            <a:off x="8248650" y="2019300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Unclear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8A9B6-2258-4158-98B8-B3FA604C3F63}"/>
              </a:ext>
            </a:extLst>
          </p:cNvPr>
          <p:cNvSpPr>
            <a:spLocks noGrp="1"/>
          </p:cNvSpPr>
          <p:nvPr/>
        </p:nvSpPr>
        <p:spPr>
          <a:xfrm>
            <a:off x="8248650" y="2476500"/>
            <a:ext cx="299085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Candidates need a clear view of application stages and interview updates.</a:t>
            </a:r>
          </a:p>
        </p:txBody>
      </p:sp>
    </p:spTree>
    <p:extLst>
      <p:ext uri="{BB962C8B-B14F-4D97-AF65-F5344CB8AC3E}">
        <p14:creationId xmlns:p14="http://schemas.microsoft.com/office/powerpoint/2010/main" val="167752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A63B71D-E6CE-40C7-A548-3C6B12E382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AC74C6-60E6-4D98-B9CE-5025F2F75930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07AF3B-C96C-498B-92BF-0BE105C4F1DB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Existing system and bottlenecks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674584-1A99-4DB0-B04D-F13DDFB3ABCE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04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1A98D-4429-4F74-9A89-2752561E5C2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B499A-1506-460B-8F14-6D7165E5BA19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352425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30BDB-423A-4B4E-93D0-047552190F31}"/>
              </a:ext>
            </a:extLst>
          </p:cNvPr>
          <p:cNvSpPr>
            <a:spLocks noGrp="1"/>
          </p:cNvSpPr>
          <p:nvPr/>
        </p:nvSpPr>
        <p:spPr>
          <a:xfrm>
            <a:off x="819150" y="1971675"/>
            <a:ext cx="32956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practice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47E77B-7C22-4BEC-8AB6-17EC33482254}"/>
              </a:ext>
            </a:extLst>
          </p:cNvPr>
          <p:cNvSpPr>
            <a:spLocks noGrp="1"/>
          </p:cNvSpPr>
          <p:nvPr/>
        </p:nvSpPr>
        <p:spPr>
          <a:xfrm>
            <a:off x="4229100" y="1857375"/>
            <a:ext cx="438150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C8835C-71CD-46DF-A261-F718DFA070FD}"/>
              </a:ext>
            </a:extLst>
          </p:cNvPr>
          <p:cNvSpPr>
            <a:spLocks noGrp="1"/>
          </p:cNvSpPr>
          <p:nvPr/>
        </p:nvSpPr>
        <p:spPr>
          <a:xfrm>
            <a:off x="4343400" y="1971675"/>
            <a:ext cx="4152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C001B-C087-425B-A119-C79513B8D551}"/>
              </a:ext>
            </a:extLst>
          </p:cNvPr>
          <p:cNvSpPr>
            <a:spLocks noGrp="1"/>
          </p:cNvSpPr>
          <p:nvPr/>
        </p:nvSpPr>
        <p:spPr>
          <a:xfrm>
            <a:off x="8610600" y="1857375"/>
            <a:ext cx="285750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8F1E77-81FE-4645-85B7-427747C2E8FA}"/>
              </a:ext>
            </a:extLst>
          </p:cNvPr>
          <p:cNvSpPr>
            <a:spLocks noGrp="1"/>
          </p:cNvSpPr>
          <p:nvPr/>
        </p:nvSpPr>
        <p:spPr>
          <a:xfrm>
            <a:off x="8724900" y="1971675"/>
            <a:ext cx="2628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8D1C7F-6B4B-4764-BDBA-7B7AB732F251}"/>
              </a:ext>
            </a:extLst>
          </p:cNvPr>
          <p:cNvSpPr>
            <a:spLocks noGrp="1"/>
          </p:cNvSpPr>
          <p:nvPr/>
        </p:nvSpPr>
        <p:spPr>
          <a:xfrm>
            <a:off x="704850" y="2314575"/>
            <a:ext cx="35242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20671B-2E0B-4842-BAC3-F1ACE312F452}"/>
              </a:ext>
            </a:extLst>
          </p:cNvPr>
          <p:cNvSpPr>
            <a:spLocks noGrp="1"/>
          </p:cNvSpPr>
          <p:nvPr/>
        </p:nvSpPr>
        <p:spPr>
          <a:xfrm>
            <a:off x="819150" y="2447925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Unstructured candidate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4E719-F91E-4A15-B990-474BB7A7780B}"/>
              </a:ext>
            </a:extLst>
          </p:cNvPr>
          <p:cNvSpPr>
            <a:spLocks noGrp="1"/>
          </p:cNvSpPr>
          <p:nvPr/>
        </p:nvSpPr>
        <p:spPr>
          <a:xfrm>
            <a:off x="4229100" y="2314575"/>
            <a:ext cx="4381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DE5D2-B124-4380-B15F-3FC23B65068A}"/>
              </a:ext>
            </a:extLst>
          </p:cNvPr>
          <p:cNvSpPr>
            <a:spLocks noGrp="1"/>
          </p:cNvSpPr>
          <p:nvPr/>
        </p:nvSpPr>
        <p:spPr>
          <a:xfrm>
            <a:off x="4343400" y="2447925"/>
            <a:ext cx="4152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Skills and experience are difficult to compare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9D9011-460E-42CB-9718-916A73210B78}"/>
              </a:ext>
            </a:extLst>
          </p:cNvPr>
          <p:cNvSpPr>
            <a:spLocks noGrp="1"/>
          </p:cNvSpPr>
          <p:nvPr/>
        </p:nvSpPr>
        <p:spPr>
          <a:xfrm>
            <a:off x="8610600" y="2314575"/>
            <a:ext cx="2857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E746FD-FD6C-447B-9001-2CCF4C585333}"/>
              </a:ext>
            </a:extLst>
          </p:cNvPr>
          <p:cNvSpPr>
            <a:spLocks noGrp="1"/>
          </p:cNvSpPr>
          <p:nvPr/>
        </p:nvSpPr>
        <p:spPr>
          <a:xfrm>
            <a:off x="8724900" y="24479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Slow shortlisting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426C4F-3D86-40C6-ABB4-D22F78E8B21F}"/>
              </a:ext>
            </a:extLst>
          </p:cNvPr>
          <p:cNvSpPr>
            <a:spLocks noGrp="1"/>
          </p:cNvSpPr>
          <p:nvPr/>
        </p:nvSpPr>
        <p:spPr>
          <a:xfrm>
            <a:off x="704850" y="2924175"/>
            <a:ext cx="35242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F7EDDB-7F82-4946-A548-CF78E442E8D8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Manual applicant tracking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04CB4C-A463-4893-9CC2-30EDC7678927}"/>
              </a:ext>
            </a:extLst>
          </p:cNvPr>
          <p:cNvSpPr>
            <a:spLocks noGrp="1"/>
          </p:cNvSpPr>
          <p:nvPr/>
        </p:nvSpPr>
        <p:spPr>
          <a:xfrm>
            <a:off x="4229100" y="2924175"/>
            <a:ext cx="43815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EDDF32-2336-44EC-9824-40C7697FBFFC}"/>
              </a:ext>
            </a:extLst>
          </p:cNvPr>
          <p:cNvSpPr>
            <a:spLocks noGrp="1"/>
          </p:cNvSpPr>
          <p:nvPr/>
        </p:nvSpPr>
        <p:spPr>
          <a:xfrm>
            <a:off x="4343400" y="3057525"/>
            <a:ext cx="4152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Recruiters update status across separate records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33A6BF-8E60-471A-80DE-3280270AFD7F}"/>
              </a:ext>
            </a:extLst>
          </p:cNvPr>
          <p:cNvSpPr>
            <a:spLocks noGrp="1"/>
          </p:cNvSpPr>
          <p:nvPr/>
        </p:nvSpPr>
        <p:spPr>
          <a:xfrm>
            <a:off x="8610600" y="2924175"/>
            <a:ext cx="28575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2F5EE9-975C-4F76-BF0A-D0E4A2D9CB1A}"/>
              </a:ext>
            </a:extLst>
          </p:cNvPr>
          <p:cNvSpPr>
            <a:spLocks noGrp="1"/>
          </p:cNvSpPr>
          <p:nvPr/>
        </p:nvSpPr>
        <p:spPr>
          <a:xfrm>
            <a:off x="8724900" y="30575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Missed follow-up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78B386-41F2-4520-B8A0-2F6B304A5BCB}"/>
              </a:ext>
            </a:extLst>
          </p:cNvPr>
          <p:cNvSpPr>
            <a:spLocks noGrp="1"/>
          </p:cNvSpPr>
          <p:nvPr/>
        </p:nvSpPr>
        <p:spPr>
          <a:xfrm>
            <a:off x="704850" y="3533775"/>
            <a:ext cx="35242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634A2E-4E2C-438D-904D-0DCEA27CEEDC}"/>
              </a:ext>
            </a:extLst>
          </p:cNvPr>
          <p:cNvSpPr>
            <a:spLocks noGrp="1"/>
          </p:cNvSpPr>
          <p:nvPr/>
        </p:nvSpPr>
        <p:spPr>
          <a:xfrm>
            <a:off x="819150" y="3667125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Static job browsing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4C1187-228B-443C-A77D-23176ED600C3}"/>
              </a:ext>
            </a:extLst>
          </p:cNvPr>
          <p:cNvSpPr>
            <a:spLocks noGrp="1"/>
          </p:cNvSpPr>
          <p:nvPr/>
        </p:nvSpPr>
        <p:spPr>
          <a:xfrm>
            <a:off x="4229100" y="3533775"/>
            <a:ext cx="4381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492F98-B9B5-4270-B127-A3EEC6B54069}"/>
              </a:ext>
            </a:extLst>
          </p:cNvPr>
          <p:cNvSpPr>
            <a:spLocks noGrp="1"/>
          </p:cNvSpPr>
          <p:nvPr/>
        </p:nvSpPr>
        <p:spPr>
          <a:xfrm>
            <a:off x="4343400" y="3667125"/>
            <a:ext cx="4152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Little guidance on fit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EF0A10-9107-41A7-941F-EE8F5996C93A}"/>
              </a:ext>
            </a:extLst>
          </p:cNvPr>
          <p:cNvSpPr>
            <a:spLocks noGrp="1"/>
          </p:cNvSpPr>
          <p:nvPr/>
        </p:nvSpPr>
        <p:spPr>
          <a:xfrm>
            <a:off x="8610600" y="3533775"/>
            <a:ext cx="2857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1266E2-0909-43FF-A2C2-AFD0D7C7F46C}"/>
              </a:ext>
            </a:extLst>
          </p:cNvPr>
          <p:cNvSpPr>
            <a:spLocks noGrp="1"/>
          </p:cNvSpPr>
          <p:nvPr/>
        </p:nvSpPr>
        <p:spPr>
          <a:xfrm>
            <a:off x="8724900" y="36671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Lower-quality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2756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1E8FA4-804C-4E28-AAF2-CB1850E77A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2024E7-3F4B-4B86-98CB-D3B8C59EEE0E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F4CFDC-284F-4262-A5E8-979BEB5109EA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Proposed centralized three-tier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1C151C-3A88-4F5B-A520-8096B2EECC87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05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4165C-5453-4399-B0C3-35D14364DE3D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A01FF0-016A-4578-A684-F5552F5E23E7}"/>
              </a:ext>
            </a:extLst>
          </p:cNvPr>
          <p:cNvSpPr>
            <a:spLocks noGrp="1"/>
          </p:cNvSpPr>
          <p:nvPr/>
        </p:nvSpPr>
        <p:spPr>
          <a:xfrm>
            <a:off x="1428750" y="1809750"/>
            <a:ext cx="9334500" cy="857250"/>
          </a:xfrm>
          <a:prstGeom prst="roundRect">
            <a:avLst>
              <a:gd name="adj" fmla="val 888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31C56E-2F8A-426B-A247-31C3FC7F5A99}"/>
              </a:ext>
            </a:extLst>
          </p:cNvPr>
          <p:cNvSpPr>
            <a:spLocks noGrp="1"/>
          </p:cNvSpPr>
          <p:nvPr/>
        </p:nvSpPr>
        <p:spPr>
          <a:xfrm>
            <a:off x="1762125" y="20574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52" lnSpcReduction="10000"/>
          </a:bodyPr>
          <a:lstStyle/>
          <a:p>
            <a:pPr>
              <a:defRPr sz="15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Presentation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6BE931-AC85-4FF8-B49E-9D48CBD91606}"/>
              </a:ext>
            </a:extLst>
          </p:cNvPr>
          <p:cNvSpPr>
            <a:spLocks noGrp="1"/>
          </p:cNvSpPr>
          <p:nvPr/>
        </p:nvSpPr>
        <p:spPr>
          <a:xfrm>
            <a:off x="4476750" y="2066925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Thymeleaf, HTML5, CSS Grid and Flexbox, Fetch API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6AD8C8-00A0-49B9-A2DA-3C18D5EE2FF2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9334500" cy="857250"/>
          </a:xfrm>
          <a:prstGeom prst="roundRect">
            <a:avLst>
              <a:gd name="adj" fmla="val 8889"/>
            </a:avLst>
          </a:prstGeom>
          <a:solidFill>
            <a:srgbClr val="E6F1FF"/>
          </a:solidFill>
          <a:ln w="0">
            <a:solidFill>
              <a:srgbClr val="E6F1F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C84889-1D2F-4756-A668-15E2C9C2C3DE}"/>
              </a:ext>
            </a:extLst>
          </p:cNvPr>
          <p:cNvSpPr>
            <a:spLocks noGrp="1"/>
          </p:cNvSpPr>
          <p:nvPr/>
        </p:nvSpPr>
        <p:spPr>
          <a:xfrm>
            <a:off x="1762125" y="32480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52" lnSpcReduction="10000"/>
          </a:bodyPr>
          <a:lstStyle/>
          <a:p>
            <a:pPr>
              <a:defRPr sz="15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2F7A3B-8177-49A1-957D-4C9FC0EE1807}"/>
              </a:ext>
            </a:extLst>
          </p:cNvPr>
          <p:cNvSpPr>
            <a:spLocks noGrp="1"/>
          </p:cNvSpPr>
          <p:nvPr/>
        </p:nvSpPr>
        <p:spPr>
          <a:xfrm>
            <a:off x="4476750" y="325755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Spring Boot MVC, Security, matching, notifications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CC3AF6-49A9-4CD6-A511-C637D45CA4AF}"/>
              </a:ext>
            </a:extLst>
          </p:cNvPr>
          <p:cNvSpPr>
            <a:spLocks noGrp="1"/>
          </p:cNvSpPr>
          <p:nvPr/>
        </p:nvSpPr>
        <p:spPr>
          <a:xfrm>
            <a:off x="1428750" y="4191000"/>
            <a:ext cx="9334500" cy="857250"/>
          </a:xfrm>
          <a:prstGeom prst="roundRect">
            <a:avLst>
              <a:gd name="adj" fmla="val 888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3A4DEF-0910-4A25-BC47-707784BBCAB3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52" lnSpcReduction="10000"/>
          </a:bodyPr>
          <a:lstStyle/>
          <a:p>
            <a:pPr>
              <a:defRPr sz="15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Persistence 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B1826-3E5A-425B-B17A-A9568BC52E94}"/>
              </a:ext>
            </a:extLst>
          </p:cNvPr>
          <p:cNvSpPr>
            <a:spLocks noGrp="1"/>
          </p:cNvSpPr>
          <p:nvPr/>
        </p:nvSpPr>
        <p:spPr>
          <a:xfrm>
            <a:off x="4476750" y="4448175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JPA repositories, H2 local database, MySQL 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49B485-471A-40F7-8AF1-3D4ECCDD5C30}"/>
              </a:ext>
            </a:extLst>
          </p:cNvPr>
          <p:cNvSpPr>
            <a:spLocks noGrp="1"/>
          </p:cNvSpPr>
          <p:nvPr/>
        </p:nvSpPr>
        <p:spPr>
          <a:xfrm>
            <a:off x="1428750" y="561975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One portal connects candidate activity, recruiter actions, and persistent data.</a:t>
            </a:r>
          </a:p>
        </p:txBody>
      </p:sp>
    </p:spTree>
    <p:extLst>
      <p:ext uri="{BB962C8B-B14F-4D97-AF65-F5344CB8AC3E}">
        <p14:creationId xmlns:p14="http://schemas.microsoft.com/office/powerpoint/2010/main" val="5359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5E4696-B077-4041-858C-52EB5C5E1F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D4976A-E07E-42AE-8621-2A7278E3D9FE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5261B-2371-4C91-B1B4-4892977B2B16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7B460D-8CBC-4AE1-86D7-15FC0E998D9C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06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11C0AC-EEAC-4483-853C-E1CFB2715DDD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F80F73-E41B-417F-A887-0E3C9BA275C1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F2C2D-274D-4C4E-8958-91D03077A222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Relevant applications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2FCF01-FFCB-4375-B741-AB7BFB75AF1C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Collect verified skill tags, education, experience years, and portfolio information.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DE550F-AD27-4F3A-8B49-49D535561D0F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BC190C-7414-42D0-9F86-C3949D86EE57}"/>
              </a:ext>
            </a:extLst>
          </p:cNvPr>
          <p:cNvSpPr>
            <a:spLocks noGrp="1"/>
          </p:cNvSpPr>
          <p:nvPr/>
        </p:nvSpPr>
        <p:spPr>
          <a:xfrm>
            <a:off x="6419850" y="2019300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Explainable matching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6AB77-EA4D-468A-8588-5FC656EC13A2}"/>
              </a:ext>
            </a:extLst>
          </p:cNvPr>
          <p:cNvSpPr>
            <a:spLocks noGrp="1"/>
          </p:cNvSpPr>
          <p:nvPr/>
        </p:nvSpPr>
        <p:spPr>
          <a:xfrm>
            <a:off x="6419850" y="2476500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Calculate a 0 to 100 compatibility score from required skills and experience.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E1906C-B5A0-4550-85BE-35F439ABA4CD}"/>
              </a:ext>
            </a:extLst>
          </p:cNvPr>
          <p:cNvSpPr>
            <a:spLocks noGrp="1"/>
          </p:cNvSpPr>
          <p:nvPr/>
        </p:nvSpPr>
        <p:spPr>
          <a:xfrm>
            <a:off x="704850" y="3495675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44B8A5-3D34-47E2-B2EE-48B827360E16}"/>
              </a:ext>
            </a:extLst>
          </p:cNvPr>
          <p:cNvSpPr>
            <a:spLocks noGrp="1"/>
          </p:cNvSpPr>
          <p:nvPr/>
        </p:nvSpPr>
        <p:spPr>
          <a:xfrm>
            <a:off x="933450" y="3705225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Recruiter workflow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69E4D0-7A70-4FC1-BDE2-BB32B950A139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Post jobs, filter candidates by score, update stages, and schedule interviews.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51A78E-F80E-4811-B295-B5EAFB21DD0F}"/>
              </a:ext>
            </a:extLst>
          </p:cNvPr>
          <p:cNvSpPr>
            <a:spLocks noGrp="1"/>
          </p:cNvSpPr>
          <p:nvPr/>
        </p:nvSpPr>
        <p:spPr>
          <a:xfrm>
            <a:off x="6191250" y="3495675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15A217-6029-45C6-AED8-32BD5E3EDECD}"/>
              </a:ext>
            </a:extLst>
          </p:cNvPr>
          <p:cNvSpPr>
            <a:spLocks noGrp="1"/>
          </p:cNvSpPr>
          <p:nvPr/>
        </p:nvSpPr>
        <p:spPr>
          <a:xfrm>
            <a:off x="6419850" y="3705225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Candidate updates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464FDC-097F-432A-AA6F-2E4BAEAAB2BF}"/>
              </a:ext>
            </a:extLst>
          </p:cNvPr>
          <p:cNvSpPr>
            <a:spLocks noGrp="1"/>
          </p:cNvSpPr>
          <p:nvPr/>
        </p:nvSpPr>
        <p:spPr>
          <a:xfrm>
            <a:off x="6419850" y="4162425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Create in-portal notifications when an application stage changes.</a:t>
            </a:r>
          </a:p>
        </p:txBody>
      </p:sp>
    </p:spTree>
    <p:extLst>
      <p:ext uri="{BB962C8B-B14F-4D97-AF65-F5344CB8AC3E}">
        <p14:creationId xmlns:p14="http://schemas.microsoft.com/office/powerpoint/2010/main" val="204254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611CDB6-7E33-414B-9BD9-E81B3D1B13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934F41-06F5-4113-8347-1421A3BE18C2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IMPLEMENTED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AF6FF-DFB6-497C-9F23-BD7576291566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Key functional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8E0BB6-324E-472E-A468-082AA93082FC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07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0D256-94A6-402F-8465-DD486C08C89D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F5070C-900F-4192-A367-383F304EFDC0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05AF7-BC96-4471-9C17-666812D4A2BD}"/>
              </a:ext>
            </a:extLst>
          </p:cNvPr>
          <p:cNvSpPr>
            <a:spLocks noGrp="1"/>
          </p:cNvSpPr>
          <p:nvPr/>
        </p:nvSpPr>
        <p:spPr>
          <a:xfrm>
            <a:off x="971550" y="177165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 lnSpcReduction="2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4C1590-FCCC-4D62-967A-9BB31B994C71}"/>
              </a:ext>
            </a:extLst>
          </p:cNvPr>
          <p:cNvSpPr>
            <a:spLocks noGrp="1"/>
          </p:cNvSpPr>
          <p:nvPr/>
        </p:nvSpPr>
        <p:spPr>
          <a:xfrm>
            <a:off x="1381125" y="172402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Registration and login with BCrypt password hashing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2A759C-5628-40D9-A354-252980E05FDA}"/>
              </a:ext>
            </a:extLst>
          </p:cNvPr>
          <p:cNvSpPr>
            <a:spLocks noGrp="1"/>
          </p:cNvSpPr>
          <p:nvPr/>
        </p:nvSpPr>
        <p:spPr>
          <a:xfrm>
            <a:off x="952500" y="2352675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432A0B-D93B-4850-9AAB-6017C3F7D89F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 lnSpcReduction="2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37795B-D0D7-45F3-9265-6B4A47BD734F}"/>
              </a:ext>
            </a:extLst>
          </p:cNvPr>
          <p:cNvSpPr>
            <a:spLocks noGrp="1"/>
          </p:cNvSpPr>
          <p:nvPr/>
        </p:nvSpPr>
        <p:spPr>
          <a:xfrm>
            <a:off x="1381125" y="231457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Job seeker profile with skills, qualification, experience, and portfolio URL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24D16A-E94F-4F7A-9ABA-C08EA965FB00}"/>
              </a:ext>
            </a:extLst>
          </p:cNvPr>
          <p:cNvSpPr>
            <a:spLocks noGrp="1"/>
          </p:cNvSpPr>
          <p:nvPr/>
        </p:nvSpPr>
        <p:spPr>
          <a:xfrm>
            <a:off x="952500" y="2943225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19E4F-5CDA-4B91-ABDD-C7926A53DA4E}"/>
              </a:ext>
            </a:extLst>
          </p:cNvPr>
          <p:cNvSpPr>
            <a:spLocks noGrp="1"/>
          </p:cNvSpPr>
          <p:nvPr/>
        </p:nvSpPr>
        <p:spPr>
          <a:xfrm>
            <a:off x="971550" y="295275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 lnSpcReduction="2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9A39EE-1320-4188-A802-55D79C83BFD2}"/>
              </a:ext>
            </a:extLst>
          </p:cNvPr>
          <p:cNvSpPr>
            <a:spLocks noGrp="1"/>
          </p:cNvSpPr>
          <p:nvPr/>
        </p:nvSpPr>
        <p:spPr>
          <a:xfrm>
            <a:off x="1381125" y="290512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Job posting with required skills and minimum experience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27EF61-FDC8-4AD6-8A5B-D42EE79E72F1}"/>
              </a:ext>
            </a:extLst>
          </p:cNvPr>
          <p:cNvSpPr>
            <a:spLocks noGrp="1"/>
          </p:cNvSpPr>
          <p:nvPr/>
        </p:nvSpPr>
        <p:spPr>
          <a:xfrm>
            <a:off x="952500" y="3533775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1873EB-0F22-4246-97AB-CA3ADF763F10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 lnSpcReduction="2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F698AA-23C9-449A-BEE2-6F4DF5EBDAB7}"/>
              </a:ext>
            </a:extLst>
          </p:cNvPr>
          <p:cNvSpPr>
            <a:spLocks noGrp="1"/>
          </p:cNvSpPr>
          <p:nvPr/>
        </p:nvSpPr>
        <p:spPr>
          <a:xfrm>
            <a:off x="1381125" y="349567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Compatibility score using 80% skills and 20% experience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99520E-B9F5-40DD-BE02-1FE4C1FA7220}"/>
              </a:ext>
            </a:extLst>
          </p:cNvPr>
          <p:cNvSpPr>
            <a:spLocks noGrp="1"/>
          </p:cNvSpPr>
          <p:nvPr/>
        </p:nvSpPr>
        <p:spPr>
          <a:xfrm>
            <a:off x="952500" y="4124325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A9E0F8-EC59-450F-8C0A-D0285386102E}"/>
              </a:ext>
            </a:extLst>
          </p:cNvPr>
          <p:cNvSpPr>
            <a:spLocks noGrp="1"/>
          </p:cNvSpPr>
          <p:nvPr/>
        </p:nvSpPr>
        <p:spPr>
          <a:xfrm>
            <a:off x="971550" y="413385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 lnSpcReduction="2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5F58A3-BE5D-4D92-B4D5-8397908BCE80}"/>
              </a:ext>
            </a:extLst>
          </p:cNvPr>
          <p:cNvSpPr>
            <a:spLocks noGrp="1"/>
          </p:cNvSpPr>
          <p:nvPr/>
        </p:nvSpPr>
        <p:spPr>
          <a:xfrm>
            <a:off x="1381125" y="408622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Application stages: Applied, Shortlisted, Interview, Offered, Rejected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034274-173B-42AF-834F-582253C7EAF1}"/>
              </a:ext>
            </a:extLst>
          </p:cNvPr>
          <p:cNvSpPr>
            <a:spLocks noGrp="1"/>
          </p:cNvSpPr>
          <p:nvPr/>
        </p:nvSpPr>
        <p:spPr>
          <a:xfrm>
            <a:off x="952500" y="4714875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9A516E-F35C-45D2-9C07-2B87894F7E09}"/>
              </a:ext>
            </a:extLst>
          </p:cNvPr>
          <p:cNvSpPr>
            <a:spLocks noGrp="1"/>
          </p:cNvSpPr>
          <p:nvPr/>
        </p:nvSpPr>
        <p:spPr>
          <a:xfrm>
            <a:off x="971550" y="472440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 lnSpcReduction="2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34D513-5583-4974-9A6A-2C6E27CBBD63}"/>
              </a:ext>
            </a:extLst>
          </p:cNvPr>
          <p:cNvSpPr>
            <a:spLocks noGrp="1"/>
          </p:cNvSpPr>
          <p:nvPr/>
        </p:nvSpPr>
        <p:spPr>
          <a:xfrm>
            <a:off x="1381125" y="467677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Admin score filter, interview scheduling, and in-portal notifications</a:t>
            </a:r>
          </a:p>
        </p:txBody>
      </p:sp>
    </p:spTree>
    <p:extLst>
      <p:ext uri="{BB962C8B-B14F-4D97-AF65-F5344CB8AC3E}">
        <p14:creationId xmlns:p14="http://schemas.microsoft.com/office/powerpoint/2010/main" val="87415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C783E12-6D2D-4F07-ADC9-EADDC9D8AE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A99595-8551-4D39-898B-15DAF0AA9A67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3EAE5-C153-4AEA-BD92-8D33D52C336F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Technology stack used in CareerConnect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332CD8-09EC-402A-AB80-B1EE6BCF8AF8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08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9B37D5-59B3-47B4-BEA8-FBA183FC40C3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F462E4-AB20-4C62-B12C-668EF3DA0DB9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10287000" cy="64770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46D26-C750-40A1-822B-6B99888E4B23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32FB71-7419-4B9E-BAE0-C29575ADA5B4}"/>
              </a:ext>
            </a:extLst>
          </p:cNvPr>
          <p:cNvSpPr>
            <a:spLocks noGrp="1"/>
          </p:cNvSpPr>
          <p:nvPr/>
        </p:nvSpPr>
        <p:spPr>
          <a:xfrm>
            <a:off x="3429000" y="1952625"/>
            <a:ext cx="7334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HTML5, Thymeleaf, CSS3, JavaScript Fetch API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C4E557-E3AC-4C1E-9B74-B1273B64E794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10287000" cy="64770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1FA42A-9A4F-4909-AD92-B7F0F16C9693}"/>
              </a:ext>
            </a:extLst>
          </p:cNvPr>
          <p:cNvSpPr>
            <a:spLocks noGrp="1"/>
          </p:cNvSpPr>
          <p:nvPr/>
        </p:nvSpPr>
        <p:spPr>
          <a:xfrm>
            <a:off x="1190625" y="28384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FB0F40-4493-4908-B074-85CD9D2C39FC}"/>
              </a:ext>
            </a:extLst>
          </p:cNvPr>
          <p:cNvSpPr>
            <a:spLocks noGrp="1"/>
          </p:cNvSpPr>
          <p:nvPr/>
        </p:nvSpPr>
        <p:spPr>
          <a:xfrm>
            <a:off x="3429000" y="2838450"/>
            <a:ext cx="7334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Java 21, Spring Boot 3, Spring MVC, Spring Security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0456B5-C666-4218-81AC-2CB86B107876}"/>
              </a:ext>
            </a:extLst>
          </p:cNvPr>
          <p:cNvSpPr>
            <a:spLocks noGrp="1"/>
          </p:cNvSpPr>
          <p:nvPr/>
        </p:nvSpPr>
        <p:spPr>
          <a:xfrm>
            <a:off x="952500" y="3533775"/>
            <a:ext cx="10287000" cy="64770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EFA62A-DA05-4DB0-A935-692CB8C70F92}"/>
              </a:ext>
            </a:extLst>
          </p:cNvPr>
          <p:cNvSpPr>
            <a:spLocks noGrp="1"/>
          </p:cNvSpPr>
          <p:nvPr/>
        </p:nvSpPr>
        <p:spPr>
          <a:xfrm>
            <a:off x="1190625" y="3724275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6E45E-61A6-491A-B33F-E2872D264669}"/>
              </a:ext>
            </a:extLst>
          </p:cNvPr>
          <p:cNvSpPr>
            <a:spLocks noGrp="1"/>
          </p:cNvSpPr>
          <p:nvPr/>
        </p:nvSpPr>
        <p:spPr>
          <a:xfrm>
            <a:off x="3429000" y="3724275"/>
            <a:ext cx="7334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Spring Data JPA, H2 for local demo, MySQL 8 deployment profile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A80FC1-3B5D-4D41-B4B7-345ADCCB9457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10287000" cy="64770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85EB4E-2B1B-4A0E-A6CE-7E41FC980797}"/>
              </a:ext>
            </a:extLst>
          </p:cNvPr>
          <p:cNvSpPr>
            <a:spLocks noGrp="1"/>
          </p:cNvSpPr>
          <p:nvPr/>
        </p:nvSpPr>
        <p:spPr>
          <a:xfrm>
            <a:off x="1190625" y="461010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90845A-80D2-4286-B911-77955E4425E7}"/>
              </a:ext>
            </a:extLst>
          </p:cNvPr>
          <p:cNvSpPr>
            <a:spLocks noGrp="1"/>
          </p:cNvSpPr>
          <p:nvPr/>
        </p:nvSpPr>
        <p:spPr>
          <a:xfrm>
            <a:off x="3429000" y="4610100"/>
            <a:ext cx="7334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96" lnSpcReduction="20000"/>
          </a:bodyPr>
          <a:lstStyle/>
          <a:p>
            <a:pPr>
              <a:defRPr sz="1350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Maven Wrapper, Draw.io diagrams, browser testing</a:t>
            </a:r>
          </a:p>
        </p:txBody>
      </p:sp>
    </p:spTree>
    <p:extLst>
      <p:ext uri="{BB962C8B-B14F-4D97-AF65-F5344CB8AC3E}">
        <p14:creationId xmlns:p14="http://schemas.microsoft.com/office/powerpoint/2010/main" val="96346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9B6075F-108C-48A4-979E-5A4F8A6317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DC114-697F-468E-9299-69BB1E26EC5D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41924-F7BA-493A-B659-0FF5580076A2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System architecture and port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6B994D-5792-43CB-A387-DEE9E4875411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09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387D9F-512C-4091-B22B-7349B071B180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868C6D-1677-431E-9415-5D37757F229A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2667000" cy="161925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0E4B7-D351-420A-B00E-9811B2C0FEFD}"/>
              </a:ext>
            </a:extLst>
          </p:cNvPr>
          <p:cNvSpPr>
            <a:spLocks noGrp="1"/>
          </p:cNvSpPr>
          <p:nvPr/>
        </p:nvSpPr>
        <p:spPr>
          <a:xfrm>
            <a:off x="1190625" y="26193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029" lnSpcReduction="10000"/>
          </a:bodyPr>
          <a:lstStyle/>
          <a:p>
            <a:pPr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BD49BF-88D3-4A41-8A4D-2F565B293DC4}"/>
              </a:ext>
            </a:extLst>
          </p:cNvPr>
          <p:cNvSpPr>
            <a:spLocks noGrp="1"/>
          </p:cNvSpPr>
          <p:nvPr/>
        </p:nvSpPr>
        <p:spPr>
          <a:xfrm>
            <a:off x="1190625" y="30956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HTML, CSS, JavaScript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E2787B-FD8F-410B-BE18-C48222419816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:8080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08E2E-BAEB-49A0-8FBC-5FE6E565B902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defRPr sz="28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C1A179-EF30-49C4-8194-F819DE7002FC}"/>
              </a:ext>
            </a:extLst>
          </p:cNvPr>
          <p:cNvSpPr>
            <a:spLocks noGrp="1"/>
          </p:cNvSpPr>
          <p:nvPr/>
        </p:nvSpPr>
        <p:spPr>
          <a:xfrm>
            <a:off x="4667250" y="2333625"/>
            <a:ext cx="2667000" cy="161925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785DAB-D79B-4312-B284-DCD50D514F1A}"/>
              </a:ext>
            </a:extLst>
          </p:cNvPr>
          <p:cNvSpPr>
            <a:spLocks noGrp="1"/>
          </p:cNvSpPr>
          <p:nvPr/>
        </p:nvSpPr>
        <p:spPr>
          <a:xfrm>
            <a:off x="4905375" y="26193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029" lnSpcReduction="10000"/>
          </a:bodyPr>
          <a:lstStyle/>
          <a:p>
            <a:pPr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F3E02D-753B-44B8-AF9C-44E154A7EB43}"/>
              </a:ext>
            </a:extLst>
          </p:cNvPr>
          <p:cNvSpPr>
            <a:spLocks noGrp="1"/>
          </p:cNvSpPr>
          <p:nvPr/>
        </p:nvSpPr>
        <p:spPr>
          <a:xfrm>
            <a:off x="4905375" y="30956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Controllers and services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03693C-19C4-4642-8558-C70B573CCDBE}"/>
              </a:ext>
            </a:extLst>
          </p:cNvPr>
          <p:cNvSpPr>
            <a:spLocks noGrp="1"/>
          </p:cNvSpPr>
          <p:nvPr/>
        </p:nvSpPr>
        <p:spPr>
          <a:xfrm>
            <a:off x="4905375" y="347662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:8080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67A37-DC73-4D71-8A6F-BC3BC33B7E8F}"/>
              </a:ext>
            </a:extLst>
          </p:cNvPr>
          <p:cNvSpPr>
            <a:spLocks noGrp="1"/>
          </p:cNvSpPr>
          <p:nvPr/>
        </p:nvSpPr>
        <p:spPr>
          <a:xfrm>
            <a:off x="7477125" y="285750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defRPr sz="28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00F674-0CB6-462F-B875-14AFFCE97095}"/>
              </a:ext>
            </a:extLst>
          </p:cNvPr>
          <p:cNvSpPr>
            <a:spLocks noGrp="1"/>
          </p:cNvSpPr>
          <p:nvPr/>
        </p:nvSpPr>
        <p:spPr>
          <a:xfrm>
            <a:off x="8382000" y="2333625"/>
            <a:ext cx="2667000" cy="161925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25D52F-3FA0-409D-B84C-6E8610F49667}"/>
              </a:ext>
            </a:extLst>
          </p:cNvPr>
          <p:cNvSpPr>
            <a:spLocks noGrp="1"/>
          </p:cNvSpPr>
          <p:nvPr/>
        </p:nvSpPr>
        <p:spPr>
          <a:xfrm>
            <a:off x="8620125" y="26193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029" lnSpcReduction="10000"/>
          </a:bodyPr>
          <a:lstStyle/>
          <a:p>
            <a:pPr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DCF9D4-5371-4920-9DE8-94056CFE0315}"/>
              </a:ext>
            </a:extLst>
          </p:cNvPr>
          <p:cNvSpPr>
            <a:spLocks noGrp="1"/>
          </p:cNvSpPr>
          <p:nvPr/>
        </p:nvSpPr>
        <p:spPr>
          <a:xfrm>
            <a:off x="8620125" y="30956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H2 locally or MySQL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66F413-D832-47FA-95B8-76DF5B57F986}"/>
              </a:ext>
            </a:extLst>
          </p:cNvPr>
          <p:cNvSpPr>
            <a:spLocks noGrp="1"/>
          </p:cNvSpPr>
          <p:nvPr/>
        </p:nvSpPr>
        <p:spPr>
          <a:xfrm>
            <a:off x="8620125" y="347662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:3306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61932B-FE7C-4A14-927A-18E9A8411317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Thymeleaf pages are served directly by Spring Boot on port 8080. The project does not use a separate port 5500 frontend server.</a:t>
            </a:r>
          </a:p>
        </p:txBody>
      </p:sp>
    </p:spTree>
    <p:extLst>
      <p:ext uri="{BB962C8B-B14F-4D97-AF65-F5344CB8AC3E}">
        <p14:creationId xmlns:p14="http://schemas.microsoft.com/office/powerpoint/2010/main" val="105207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1DDEB8E-0D64-4A8B-8703-D3A000C99E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420B9-B32C-4749-A74A-B45B5EB90C69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APPLICATION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E2BAD-246B-48E3-BDBA-C962BB1E2C60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Application modules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FE633-5789-40BE-B6A2-5CB0923B53B7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10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DF388-584B-4FEE-A6B0-D7F55DFB64D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F86BDD-D0C6-4745-A709-557153B93D5D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4480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6FCC4-CADB-46A8-92F9-3EC009EB0C86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79CD7A-600C-4551-A584-EC0033A5E3C9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29908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Register, log in, and role-based navigation.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4355BF-0517-4EC0-B592-444F23AC04B8}"/>
              </a:ext>
            </a:extLst>
          </p:cNvPr>
          <p:cNvSpPr>
            <a:spLocks noGrp="1"/>
          </p:cNvSpPr>
          <p:nvPr/>
        </p:nvSpPr>
        <p:spPr>
          <a:xfrm>
            <a:off x="4362450" y="1809750"/>
            <a:ext cx="34480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E090AA-467D-4EFE-8FBF-64532ECB2F43}"/>
              </a:ext>
            </a:extLst>
          </p:cNvPr>
          <p:cNvSpPr>
            <a:spLocks noGrp="1"/>
          </p:cNvSpPr>
          <p:nvPr/>
        </p:nvSpPr>
        <p:spPr>
          <a:xfrm>
            <a:off x="4591050" y="2019300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Job discovery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550D2C-0E26-43AA-A94B-B461F460C2A6}"/>
              </a:ext>
            </a:extLst>
          </p:cNvPr>
          <p:cNvSpPr>
            <a:spLocks noGrp="1"/>
          </p:cNvSpPr>
          <p:nvPr/>
        </p:nvSpPr>
        <p:spPr>
          <a:xfrm>
            <a:off x="4591050" y="2476500"/>
            <a:ext cx="29908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Browse active jobs, inspect details, and search JSON job data.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EB7614-5605-4BE3-94C3-EC2F6F95EACC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34480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F4028-6810-45FA-B29C-D10E00DE7441}"/>
              </a:ext>
            </a:extLst>
          </p:cNvPr>
          <p:cNvSpPr>
            <a:spLocks noGrp="1"/>
          </p:cNvSpPr>
          <p:nvPr/>
        </p:nvSpPr>
        <p:spPr>
          <a:xfrm>
            <a:off x="8248650" y="2019300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Seeker profile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3F0ED-DE3C-486B-9271-156A1F540C93}"/>
              </a:ext>
            </a:extLst>
          </p:cNvPr>
          <p:cNvSpPr>
            <a:spLocks noGrp="1"/>
          </p:cNvSpPr>
          <p:nvPr/>
        </p:nvSpPr>
        <p:spPr>
          <a:xfrm>
            <a:off x="8248650" y="2476500"/>
            <a:ext cx="29908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Store skills, qualification, experience, and portfolio link.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93479F9-B127-4CDB-89A7-6F0AF9D6B9E0}"/>
              </a:ext>
            </a:extLst>
          </p:cNvPr>
          <p:cNvSpPr>
            <a:spLocks noGrp="1"/>
          </p:cNvSpPr>
          <p:nvPr/>
        </p:nvSpPr>
        <p:spPr>
          <a:xfrm>
            <a:off x="704850" y="3495675"/>
            <a:ext cx="34480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43087F-24B7-4286-A6D2-C0628AC084D9}"/>
              </a:ext>
            </a:extLst>
          </p:cNvPr>
          <p:cNvSpPr>
            <a:spLocks noGrp="1"/>
          </p:cNvSpPr>
          <p:nvPr/>
        </p:nvSpPr>
        <p:spPr>
          <a:xfrm>
            <a:off x="933450" y="3705225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C49ABC-8BC7-44EB-9555-B8A45FEBB592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29908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Apply once, receive a score, and track recruitment status.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1449A4-DA74-41DD-8ACA-C4DE72F7DBD7}"/>
              </a:ext>
            </a:extLst>
          </p:cNvPr>
          <p:cNvSpPr>
            <a:spLocks noGrp="1"/>
          </p:cNvSpPr>
          <p:nvPr/>
        </p:nvSpPr>
        <p:spPr>
          <a:xfrm>
            <a:off x="4362450" y="3495675"/>
            <a:ext cx="34480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412B03-5DF1-472A-8A3D-6B787CF3A611}"/>
              </a:ext>
            </a:extLst>
          </p:cNvPr>
          <p:cNvSpPr>
            <a:spLocks noGrp="1"/>
          </p:cNvSpPr>
          <p:nvPr/>
        </p:nvSpPr>
        <p:spPr>
          <a:xfrm>
            <a:off x="4591050" y="3705225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Admin jobs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9349A9-3A2D-49A1-B032-617CB2705AE7}"/>
              </a:ext>
            </a:extLst>
          </p:cNvPr>
          <p:cNvSpPr>
            <a:spLocks noGrp="1"/>
          </p:cNvSpPr>
          <p:nvPr/>
        </p:nvSpPr>
        <p:spPr>
          <a:xfrm>
            <a:off x="4591050" y="4162425"/>
            <a:ext cx="29908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Create and manage job posts with skill requirements.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34B15F-CF32-45B7-9E16-D7579D680CBF}"/>
              </a:ext>
            </a:extLst>
          </p:cNvPr>
          <p:cNvSpPr>
            <a:spLocks noGrp="1"/>
          </p:cNvSpPr>
          <p:nvPr/>
        </p:nvSpPr>
        <p:spPr>
          <a:xfrm>
            <a:off x="8020050" y="3495675"/>
            <a:ext cx="34480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D9E655-E7B1-4BD1-96FB-E6278AE49FC9}"/>
              </a:ext>
            </a:extLst>
          </p:cNvPr>
          <p:cNvSpPr>
            <a:spLocks noGrp="1"/>
          </p:cNvSpPr>
          <p:nvPr/>
        </p:nvSpPr>
        <p:spPr>
          <a:xfrm>
            <a:off x="8248650" y="3705225"/>
            <a:ext cx="2990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Admin pipeline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C7BB3D-C4D8-4A42-A827-61DD379200C3}"/>
              </a:ext>
            </a:extLst>
          </p:cNvPr>
          <p:cNvSpPr>
            <a:spLocks noGrp="1"/>
          </p:cNvSpPr>
          <p:nvPr/>
        </p:nvSpPr>
        <p:spPr>
          <a:xfrm>
            <a:off x="8248650" y="4162425"/>
            <a:ext cx="29908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Filter candidates, change status, and set interview time.</a:t>
            </a:r>
          </a:p>
        </p:txBody>
      </p:sp>
    </p:spTree>
    <p:extLst>
      <p:ext uri="{BB962C8B-B14F-4D97-AF65-F5344CB8AC3E}">
        <p14:creationId xmlns:p14="http://schemas.microsoft.com/office/powerpoint/2010/main" val="169028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0E74B7F-6CF0-4BE8-8120-BC3683C187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7B7E6-01AB-43E5-A4A4-5A49E7FCBF4E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79A0E-B2E6-4539-A483-AD7ED60B17CA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3NF relational database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E070D-2B3F-4BEA-88D2-9EA3E9720B15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11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34A509-96CD-4544-8BDE-BC2838CEE815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2E1DAA-983C-465A-A548-6B5808E7F46D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285750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5D0235-E6A3-49A0-BAD7-C8A61E2E2963}"/>
              </a:ext>
            </a:extLst>
          </p:cNvPr>
          <p:cNvSpPr>
            <a:spLocks noGrp="1"/>
          </p:cNvSpPr>
          <p:nvPr/>
        </p:nvSpPr>
        <p:spPr>
          <a:xfrm>
            <a:off x="819150" y="1971675"/>
            <a:ext cx="2628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AE2A7-66CB-469D-B809-FF50FFD823BD}"/>
              </a:ext>
            </a:extLst>
          </p:cNvPr>
          <p:cNvSpPr>
            <a:spLocks noGrp="1"/>
          </p:cNvSpPr>
          <p:nvPr/>
        </p:nvSpPr>
        <p:spPr>
          <a:xfrm>
            <a:off x="3562350" y="1857375"/>
            <a:ext cx="495300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B7CE3E-B172-4DC4-979B-8886068C8C4C}"/>
              </a:ext>
            </a:extLst>
          </p:cNvPr>
          <p:cNvSpPr>
            <a:spLocks noGrp="1"/>
          </p:cNvSpPr>
          <p:nvPr/>
        </p:nvSpPr>
        <p:spPr>
          <a:xfrm>
            <a:off x="3676650" y="1971675"/>
            <a:ext cx="4724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B20DA4-F01D-43D4-87D8-8B04BDF7180A}"/>
              </a:ext>
            </a:extLst>
          </p:cNvPr>
          <p:cNvSpPr>
            <a:spLocks noGrp="1"/>
          </p:cNvSpPr>
          <p:nvPr/>
        </p:nvSpPr>
        <p:spPr>
          <a:xfrm>
            <a:off x="8515350" y="1857375"/>
            <a:ext cx="295275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C20EA-E58A-435D-BE6A-3562201BB9FB}"/>
              </a:ext>
            </a:extLst>
          </p:cNvPr>
          <p:cNvSpPr>
            <a:spLocks noGrp="1"/>
          </p:cNvSpPr>
          <p:nvPr/>
        </p:nvSpPr>
        <p:spPr>
          <a:xfrm>
            <a:off x="8629650" y="1971675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relationship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7B62F0-2415-4A02-96C0-7E38BCA644E2}"/>
              </a:ext>
            </a:extLst>
          </p:cNvPr>
          <p:cNvSpPr>
            <a:spLocks noGrp="1"/>
          </p:cNvSpPr>
          <p:nvPr/>
        </p:nvSpPr>
        <p:spPr>
          <a:xfrm>
            <a:off x="704850" y="2314575"/>
            <a:ext cx="2857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09FFA-904C-4E23-8142-ED631ADE68C7}"/>
              </a:ext>
            </a:extLst>
          </p:cNvPr>
          <p:cNvSpPr>
            <a:spLocks noGrp="1"/>
          </p:cNvSpPr>
          <p:nvPr/>
        </p:nvSpPr>
        <p:spPr>
          <a:xfrm>
            <a:off x="819150" y="24479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portal_users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86CD30-A260-489C-A421-761DA50F8C3B}"/>
              </a:ext>
            </a:extLst>
          </p:cNvPr>
          <p:cNvSpPr>
            <a:spLocks noGrp="1"/>
          </p:cNvSpPr>
          <p:nvPr/>
        </p:nvSpPr>
        <p:spPr>
          <a:xfrm>
            <a:off x="3562350" y="2314575"/>
            <a:ext cx="49530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F763E9-2453-459E-B82D-1608D35B4D4A}"/>
              </a:ext>
            </a:extLst>
          </p:cNvPr>
          <p:cNvSpPr>
            <a:spLocks noGrp="1"/>
          </p:cNvSpPr>
          <p:nvPr/>
        </p:nvSpPr>
        <p:spPr>
          <a:xfrm>
            <a:off x="3676650" y="2447925"/>
            <a:ext cx="4724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Account, email, encrypted password, role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609DFE-EEAB-4F0E-9FE2-4DD1C2F3EB00}"/>
              </a:ext>
            </a:extLst>
          </p:cNvPr>
          <p:cNvSpPr>
            <a:spLocks noGrp="1"/>
          </p:cNvSpPr>
          <p:nvPr/>
        </p:nvSpPr>
        <p:spPr>
          <a:xfrm>
            <a:off x="8515350" y="2314575"/>
            <a:ext cx="29527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5BF7B1-E6AC-43EC-8A0A-625A9CB2EADC}"/>
              </a:ext>
            </a:extLst>
          </p:cNvPr>
          <p:cNvSpPr>
            <a:spLocks noGrp="1"/>
          </p:cNvSpPr>
          <p:nvPr/>
        </p:nvSpPr>
        <p:spPr>
          <a:xfrm>
            <a:off x="8629650" y="2447925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Primary key: id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128FB5-E6ED-49A7-9AB2-B82F02422FBA}"/>
              </a:ext>
            </a:extLst>
          </p:cNvPr>
          <p:cNvSpPr>
            <a:spLocks noGrp="1"/>
          </p:cNvSpPr>
          <p:nvPr/>
        </p:nvSpPr>
        <p:spPr>
          <a:xfrm>
            <a:off x="704850" y="2924175"/>
            <a:ext cx="28575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1A9CA1-CE73-4AD2-A7C5-35B6E046E634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job_seeker_profile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F1FF18-B202-4E1D-BB28-3279AB9ECA40}"/>
              </a:ext>
            </a:extLst>
          </p:cNvPr>
          <p:cNvSpPr>
            <a:spLocks noGrp="1"/>
          </p:cNvSpPr>
          <p:nvPr/>
        </p:nvSpPr>
        <p:spPr>
          <a:xfrm>
            <a:off x="3562350" y="2924175"/>
            <a:ext cx="49530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3ACB6B-5289-4316-847A-ECE5B6D2036C}"/>
              </a:ext>
            </a:extLst>
          </p:cNvPr>
          <p:cNvSpPr>
            <a:spLocks noGrp="1"/>
          </p:cNvSpPr>
          <p:nvPr/>
        </p:nvSpPr>
        <p:spPr>
          <a:xfrm>
            <a:off x="3676650" y="3057525"/>
            <a:ext cx="4724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Candidate profile details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6EBFFC-E766-4C53-82E6-E138A86EE947}"/>
              </a:ext>
            </a:extLst>
          </p:cNvPr>
          <p:cNvSpPr>
            <a:spLocks noGrp="1"/>
          </p:cNvSpPr>
          <p:nvPr/>
        </p:nvSpPr>
        <p:spPr>
          <a:xfrm>
            <a:off x="8515350" y="2924175"/>
            <a:ext cx="29527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1630E3-760D-4E02-8BAE-4534E13C0F76}"/>
              </a:ext>
            </a:extLst>
          </p:cNvPr>
          <p:cNvSpPr>
            <a:spLocks noGrp="1"/>
          </p:cNvSpPr>
          <p:nvPr/>
        </p:nvSpPr>
        <p:spPr>
          <a:xfrm>
            <a:off x="8629650" y="3057525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One-to-one user_id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FE2A91-FAEF-4228-A16D-0A9D69671F4F}"/>
              </a:ext>
            </a:extLst>
          </p:cNvPr>
          <p:cNvSpPr>
            <a:spLocks noGrp="1"/>
          </p:cNvSpPr>
          <p:nvPr/>
        </p:nvSpPr>
        <p:spPr>
          <a:xfrm>
            <a:off x="704850" y="3533775"/>
            <a:ext cx="2857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408504-223D-4897-AEC1-57000E360B8B}"/>
              </a:ext>
            </a:extLst>
          </p:cNvPr>
          <p:cNvSpPr>
            <a:spLocks noGrp="1"/>
          </p:cNvSpPr>
          <p:nvPr/>
        </p:nvSpPr>
        <p:spPr>
          <a:xfrm>
            <a:off x="819150" y="36671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job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25719F-C951-4D19-8D3A-5378262581C0}"/>
              </a:ext>
            </a:extLst>
          </p:cNvPr>
          <p:cNvSpPr>
            <a:spLocks noGrp="1"/>
          </p:cNvSpPr>
          <p:nvPr/>
        </p:nvSpPr>
        <p:spPr>
          <a:xfrm>
            <a:off x="3562350" y="3533775"/>
            <a:ext cx="49530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8967EA-2C74-4EB6-865E-113EFECADA0C}"/>
              </a:ext>
            </a:extLst>
          </p:cNvPr>
          <p:cNvSpPr>
            <a:spLocks noGrp="1"/>
          </p:cNvSpPr>
          <p:nvPr/>
        </p:nvSpPr>
        <p:spPr>
          <a:xfrm>
            <a:off x="3676650" y="3667125"/>
            <a:ext cx="4724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Job details and match requirements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BA8462-4B0D-479A-A9AD-CED86F5A6099}"/>
              </a:ext>
            </a:extLst>
          </p:cNvPr>
          <p:cNvSpPr>
            <a:spLocks noGrp="1"/>
          </p:cNvSpPr>
          <p:nvPr/>
        </p:nvSpPr>
        <p:spPr>
          <a:xfrm>
            <a:off x="8515350" y="3533775"/>
            <a:ext cx="29527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5903A2-3FF9-477B-AB19-87E22252D128}"/>
              </a:ext>
            </a:extLst>
          </p:cNvPr>
          <p:cNvSpPr>
            <a:spLocks noGrp="1"/>
          </p:cNvSpPr>
          <p:nvPr/>
        </p:nvSpPr>
        <p:spPr>
          <a:xfrm>
            <a:off x="8629650" y="3667125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Primary key: id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F0319C-D9C1-4AE7-9011-19C17719647F}"/>
              </a:ext>
            </a:extLst>
          </p:cNvPr>
          <p:cNvSpPr>
            <a:spLocks noGrp="1"/>
          </p:cNvSpPr>
          <p:nvPr/>
        </p:nvSpPr>
        <p:spPr>
          <a:xfrm>
            <a:off x="704850" y="4143375"/>
            <a:ext cx="28575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503621-2E26-46DE-A883-F5007936B458}"/>
              </a:ext>
            </a:extLst>
          </p:cNvPr>
          <p:cNvSpPr>
            <a:spLocks noGrp="1"/>
          </p:cNvSpPr>
          <p:nvPr/>
        </p:nvSpPr>
        <p:spPr>
          <a:xfrm>
            <a:off x="819150" y="42767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job_application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51F1CD-236B-4D74-A0FC-CCF0B0165E7C}"/>
              </a:ext>
            </a:extLst>
          </p:cNvPr>
          <p:cNvSpPr>
            <a:spLocks noGrp="1"/>
          </p:cNvSpPr>
          <p:nvPr/>
        </p:nvSpPr>
        <p:spPr>
          <a:xfrm>
            <a:off x="3562350" y="4143375"/>
            <a:ext cx="49530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D5820B-585D-4C26-9C47-511439FB5FD5}"/>
              </a:ext>
            </a:extLst>
          </p:cNvPr>
          <p:cNvSpPr>
            <a:spLocks noGrp="1"/>
          </p:cNvSpPr>
          <p:nvPr/>
        </p:nvSpPr>
        <p:spPr>
          <a:xfrm>
            <a:off x="3676650" y="4276725"/>
            <a:ext cx="4724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Candidate-to-job relationship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255FBD-5498-414B-AA26-533163155C4E}"/>
              </a:ext>
            </a:extLst>
          </p:cNvPr>
          <p:cNvSpPr>
            <a:spLocks noGrp="1"/>
          </p:cNvSpPr>
          <p:nvPr/>
        </p:nvSpPr>
        <p:spPr>
          <a:xfrm>
            <a:off x="8515350" y="4143375"/>
            <a:ext cx="29527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F6A331-9922-410A-B167-7F46D7A26593}"/>
              </a:ext>
            </a:extLst>
          </p:cNvPr>
          <p:cNvSpPr>
            <a:spLocks noGrp="1"/>
          </p:cNvSpPr>
          <p:nvPr/>
        </p:nvSpPr>
        <p:spPr>
          <a:xfrm>
            <a:off x="8629650" y="4276725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Unique job_id + applicant_id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554E8D-4692-4528-9A17-4CDEF3C284BD}"/>
              </a:ext>
            </a:extLst>
          </p:cNvPr>
          <p:cNvSpPr>
            <a:spLocks noGrp="1"/>
          </p:cNvSpPr>
          <p:nvPr/>
        </p:nvSpPr>
        <p:spPr>
          <a:xfrm>
            <a:off x="704850" y="4752975"/>
            <a:ext cx="2857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14C39B-B33B-4F9F-96EB-D451292CDEFF}"/>
              </a:ext>
            </a:extLst>
          </p:cNvPr>
          <p:cNvSpPr>
            <a:spLocks noGrp="1"/>
          </p:cNvSpPr>
          <p:nvPr/>
        </p:nvSpPr>
        <p:spPr>
          <a:xfrm>
            <a:off x="819150" y="4886325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portal_notification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FC94BF-2369-4363-8107-CE86BB6E395A}"/>
              </a:ext>
            </a:extLst>
          </p:cNvPr>
          <p:cNvSpPr>
            <a:spLocks noGrp="1"/>
          </p:cNvSpPr>
          <p:nvPr/>
        </p:nvSpPr>
        <p:spPr>
          <a:xfrm>
            <a:off x="3562350" y="4752975"/>
            <a:ext cx="49530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A611E3-9F62-4104-B392-88AF329BB34A}"/>
              </a:ext>
            </a:extLst>
          </p:cNvPr>
          <p:cNvSpPr>
            <a:spLocks noGrp="1"/>
          </p:cNvSpPr>
          <p:nvPr/>
        </p:nvSpPr>
        <p:spPr>
          <a:xfrm>
            <a:off x="3676650" y="4886325"/>
            <a:ext cx="4724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Application stage messages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695170-3203-4DD0-BA8D-11AAE6EBA6D9}"/>
              </a:ext>
            </a:extLst>
          </p:cNvPr>
          <p:cNvSpPr>
            <a:spLocks noGrp="1"/>
          </p:cNvSpPr>
          <p:nvPr/>
        </p:nvSpPr>
        <p:spPr>
          <a:xfrm>
            <a:off x="8515350" y="4752975"/>
            <a:ext cx="29527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52B844-2ABF-493C-B900-AD28B5A3BF72}"/>
              </a:ext>
            </a:extLst>
          </p:cNvPr>
          <p:cNvSpPr>
            <a:spLocks noGrp="1"/>
          </p:cNvSpPr>
          <p:nvPr/>
        </p:nvSpPr>
        <p:spPr>
          <a:xfrm>
            <a:off x="8629650" y="4886325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Foreign key: recipient_id</a:t>
            </a:r>
          </a:p>
        </p:txBody>
      </p:sp>
    </p:spTree>
    <p:extLst>
      <p:ext uri="{BB962C8B-B14F-4D97-AF65-F5344CB8AC3E}">
        <p14:creationId xmlns:p14="http://schemas.microsoft.com/office/powerpoint/2010/main" val="478179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83874FF-35B7-4A8D-87BF-AAA9028474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83E439-DEE0-48DC-92E3-9FBCC1234FEF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DATA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AE7CC-064B-4FA7-9697-D9055F24BEAE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Data flow diagrams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47676-627B-4D84-8904-0999D5EF979D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12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2D474-7D5E-454B-8F5E-C8CE5D0E94F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26094-B851-45EB-B6D6-1E5CA1757C60}"/>
              </a:ext>
            </a:extLst>
          </p:cNvPr>
          <p:cNvSpPr>
            <a:spLocks noGrp="1"/>
          </p:cNvSpPr>
          <p:nvPr/>
        </p:nvSpPr>
        <p:spPr>
          <a:xfrm>
            <a:off x="904875" y="185737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Level 0 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6CCCB-7A30-4EC4-A326-0BE5E684BEBF}"/>
              </a:ext>
            </a:extLst>
          </p:cNvPr>
          <p:cNvSpPr>
            <a:spLocks noGrp="1"/>
          </p:cNvSpPr>
          <p:nvPr/>
        </p:nvSpPr>
        <p:spPr>
          <a:xfrm>
            <a:off x="904875" y="2333625"/>
            <a:ext cx="40005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Job seeker and administrator interact with CareerConnect. The portal returns jobs, application status, and notifications.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FE489-6B13-4B2E-861F-7596673F4D68}"/>
              </a:ext>
            </a:extLst>
          </p:cNvPr>
          <p:cNvSpPr>
            <a:spLocks noGrp="1"/>
          </p:cNvSpPr>
          <p:nvPr/>
        </p:nvSpPr>
        <p:spPr>
          <a:xfrm>
            <a:off x="904875" y="390525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Level 1 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AA807-D121-40DB-8A52-9C6CAC5AC2E7}"/>
              </a:ext>
            </a:extLst>
          </p:cNvPr>
          <p:cNvSpPr>
            <a:spLocks noGrp="1"/>
          </p:cNvSpPr>
          <p:nvPr/>
        </p:nvSpPr>
        <p:spPr>
          <a:xfrm>
            <a:off x="904875" y="4381500"/>
            <a:ext cx="4000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Profile management, job search, application scoring, recruiter status updates, and notification creation use the application database.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6E8177-DC7A-4C8B-8CE0-5B7346D24E7B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6F686-63DB-47C4-93E1-9EA65BD01C98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3524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Job seeker submits profile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323435-0F4B-4685-841B-DF8C275CA0C5}"/>
              </a:ext>
            </a:extLst>
          </p:cNvPr>
          <p:cNvSpPr>
            <a:spLocks noGrp="1"/>
          </p:cNvSpPr>
          <p:nvPr/>
        </p:nvSpPr>
        <p:spPr>
          <a:xfrm>
            <a:off x="6191250" y="2828925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C253B8-2BA4-4A76-94C9-B59111896C06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3524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Portal computes match score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58F959-26A7-47AC-A6DC-999EB1C43AE3}"/>
              </a:ext>
            </a:extLst>
          </p:cNvPr>
          <p:cNvSpPr>
            <a:spLocks noGrp="1"/>
          </p:cNvSpPr>
          <p:nvPr/>
        </p:nvSpPr>
        <p:spPr>
          <a:xfrm>
            <a:off x="6191250" y="3705225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6A1144-712A-4402-B4A0-9A4B76903A7B}"/>
              </a:ext>
            </a:extLst>
          </p:cNvPr>
          <p:cNvSpPr>
            <a:spLocks noGrp="1"/>
          </p:cNvSpPr>
          <p:nvPr/>
        </p:nvSpPr>
        <p:spPr>
          <a:xfrm>
            <a:off x="6477000" y="3867150"/>
            <a:ext cx="3524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Administrator changes pipeline status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75B160-B405-4046-A78E-968936DFA2DA}"/>
              </a:ext>
            </a:extLst>
          </p:cNvPr>
          <p:cNvSpPr>
            <a:spLocks noGrp="1"/>
          </p:cNvSpPr>
          <p:nvPr/>
        </p:nvSpPr>
        <p:spPr>
          <a:xfrm>
            <a:off x="6191250" y="4581525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D9BFA9-8A1C-4D3C-96D4-F7ACA636E5C9}"/>
              </a:ext>
            </a:extLst>
          </p:cNvPr>
          <p:cNvSpPr>
            <a:spLocks noGrp="1"/>
          </p:cNvSpPr>
          <p:nvPr/>
        </p:nvSpPr>
        <p:spPr>
          <a:xfrm>
            <a:off x="6477000" y="4743450"/>
            <a:ext cx="3524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Portal stores notification</a:t>
            </a:r>
          </a:p>
        </p:txBody>
      </p:sp>
    </p:spTree>
    <p:extLst>
      <p:ext uri="{BB962C8B-B14F-4D97-AF65-F5344CB8AC3E}">
        <p14:creationId xmlns:p14="http://schemas.microsoft.com/office/powerpoint/2010/main" val="1702427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9FD9A3C-7FE0-487D-83B6-C0BE014AA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D7BD6-4258-43C2-83D9-E7F0727BF938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921B0A-E881-4FD9-B7B5-80030D5CCA9E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End-to-end user journey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0218D2-5A20-4CCC-A7F5-F962BE64CFE2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13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D2F87-B939-4A8C-AC39-BE8BC9D8181D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8C94C6-6D38-4973-A180-194074C9DBBF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D0F700-173D-4B11-881C-AFDF5D37F38C}"/>
              </a:ext>
            </a:extLst>
          </p:cNvPr>
          <p:cNvSpPr>
            <a:spLocks noGrp="1"/>
          </p:cNvSpPr>
          <p:nvPr/>
        </p:nvSpPr>
        <p:spPr>
          <a:xfrm>
            <a:off x="1181100" y="2162175"/>
            <a:ext cx="3429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>
              <a:defRPr sz="210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2CE735-A215-4D2C-9A9B-E195228AE12D}"/>
              </a:ext>
            </a:extLst>
          </p:cNvPr>
          <p:cNvSpPr>
            <a:spLocks noGrp="1"/>
          </p:cNvSpPr>
          <p:nvPr/>
        </p:nvSpPr>
        <p:spPr>
          <a:xfrm>
            <a:off x="1619250" y="219075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 lnSpcReduction="1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Create account and sign 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0C1C98-3D54-4C35-A53A-962A8E286893}"/>
              </a:ext>
            </a:extLst>
          </p:cNvPr>
          <p:cNvSpPr>
            <a:spLocks noGrp="1"/>
          </p:cNvSpPr>
          <p:nvPr/>
        </p:nvSpPr>
        <p:spPr>
          <a:xfrm>
            <a:off x="4381500" y="1952625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BC1AEB-6354-426A-8972-C19D5535A9CA}"/>
              </a:ext>
            </a:extLst>
          </p:cNvPr>
          <p:cNvSpPr>
            <a:spLocks noGrp="1"/>
          </p:cNvSpPr>
          <p:nvPr/>
        </p:nvSpPr>
        <p:spPr>
          <a:xfrm>
            <a:off x="4610100" y="2162175"/>
            <a:ext cx="3429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>
              <a:defRPr sz="210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2900EF-6952-4C57-A194-3570FBD90FE8}"/>
              </a:ext>
            </a:extLst>
          </p:cNvPr>
          <p:cNvSpPr>
            <a:spLocks noGrp="1"/>
          </p:cNvSpPr>
          <p:nvPr/>
        </p:nvSpPr>
        <p:spPr>
          <a:xfrm>
            <a:off x="5048250" y="219075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 lnSpcReduction="1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Complete candidate profile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9CDB70-0DBD-48CE-A4F7-DC42B99D1FBB}"/>
              </a:ext>
            </a:extLst>
          </p:cNvPr>
          <p:cNvSpPr>
            <a:spLocks noGrp="1"/>
          </p:cNvSpPr>
          <p:nvPr/>
        </p:nvSpPr>
        <p:spPr>
          <a:xfrm>
            <a:off x="7810500" y="1952625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E78771-E7C7-4392-B5ED-042DCA936D2A}"/>
              </a:ext>
            </a:extLst>
          </p:cNvPr>
          <p:cNvSpPr>
            <a:spLocks noGrp="1"/>
          </p:cNvSpPr>
          <p:nvPr/>
        </p:nvSpPr>
        <p:spPr>
          <a:xfrm>
            <a:off x="8039100" y="2162175"/>
            <a:ext cx="3429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>
              <a:defRPr sz="210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90A072-016F-4F07-B51B-86B36B785ED7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 lnSpcReduction="1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Search active opportunities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E9DBF89-D961-4C91-BCE8-CE34042E1250}"/>
              </a:ext>
            </a:extLst>
          </p:cNvPr>
          <p:cNvSpPr>
            <a:spLocks noGrp="1"/>
          </p:cNvSpPr>
          <p:nvPr/>
        </p:nvSpPr>
        <p:spPr>
          <a:xfrm>
            <a:off x="952500" y="3571875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99A310-0FEB-49A5-9178-9A855B8477AF}"/>
              </a:ext>
            </a:extLst>
          </p:cNvPr>
          <p:cNvSpPr>
            <a:spLocks noGrp="1"/>
          </p:cNvSpPr>
          <p:nvPr/>
        </p:nvSpPr>
        <p:spPr>
          <a:xfrm>
            <a:off x="1181100" y="3781425"/>
            <a:ext cx="3429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>
              <a:defRPr sz="210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F4F3D4-50DE-4405-932C-30A2038543F9}"/>
              </a:ext>
            </a:extLst>
          </p:cNvPr>
          <p:cNvSpPr>
            <a:spLocks noGrp="1"/>
          </p:cNvSpPr>
          <p:nvPr/>
        </p:nvSpPr>
        <p:spPr>
          <a:xfrm>
            <a:off x="1619250" y="381000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 lnSpcReduction="1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Review match score and apply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7D5B8B-F81C-45EB-8E9D-409107DCBA9C}"/>
              </a:ext>
            </a:extLst>
          </p:cNvPr>
          <p:cNvSpPr>
            <a:spLocks noGrp="1"/>
          </p:cNvSpPr>
          <p:nvPr/>
        </p:nvSpPr>
        <p:spPr>
          <a:xfrm>
            <a:off x="4381500" y="3571875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AF27E8-95F8-4F3A-9D5F-F767E4EC0B96}"/>
              </a:ext>
            </a:extLst>
          </p:cNvPr>
          <p:cNvSpPr>
            <a:spLocks noGrp="1"/>
          </p:cNvSpPr>
          <p:nvPr/>
        </p:nvSpPr>
        <p:spPr>
          <a:xfrm>
            <a:off x="4610100" y="3781425"/>
            <a:ext cx="3429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>
              <a:defRPr sz="210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BA7F13-DF09-4E24-A1EA-D122B857DED3}"/>
              </a:ext>
            </a:extLst>
          </p:cNvPr>
          <p:cNvSpPr>
            <a:spLocks noGrp="1"/>
          </p:cNvSpPr>
          <p:nvPr/>
        </p:nvSpPr>
        <p:spPr>
          <a:xfrm>
            <a:off x="5048250" y="381000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 lnSpcReduction="1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Track application stage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E6695A0-BCE1-4FD2-971E-E18DB69CF944}"/>
              </a:ext>
            </a:extLst>
          </p:cNvPr>
          <p:cNvSpPr>
            <a:spLocks noGrp="1"/>
          </p:cNvSpPr>
          <p:nvPr/>
        </p:nvSpPr>
        <p:spPr>
          <a:xfrm>
            <a:off x="7810500" y="3571875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F4947B-041D-4830-824C-B58D7696C9D8}"/>
              </a:ext>
            </a:extLst>
          </p:cNvPr>
          <p:cNvSpPr>
            <a:spLocks noGrp="1"/>
          </p:cNvSpPr>
          <p:nvPr/>
        </p:nvSpPr>
        <p:spPr>
          <a:xfrm>
            <a:off x="8039100" y="3781425"/>
            <a:ext cx="3429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>
              <a:defRPr sz="210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CAC1BA-7046-4071-8C44-13814858F860}"/>
              </a:ext>
            </a:extLst>
          </p:cNvPr>
          <p:cNvSpPr>
            <a:spLocks noGrp="1"/>
          </p:cNvSpPr>
          <p:nvPr/>
        </p:nvSpPr>
        <p:spPr>
          <a:xfrm>
            <a:off x="8477250" y="381000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 lnSpcReduction="1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Read interview and status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81911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734C1B1-401A-4C01-8B9A-757EB245EC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DD4892-3C48-4A2A-900A-1C7EDAB4D7A6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CAD45-ADF0-4EA7-9C2A-E5A8D42BFDA0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Responsive interface and accessible forms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85DF9-1087-4337-9D57-9B926E278E29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14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53908-ED40-46E9-800B-2110C624BE21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C00668-2DEE-4925-9BAE-E0E9D587BABC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A3621-E887-4F54-A085-A77925C4D000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Clear navigation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60CEA4-D84B-427C-8769-1A005863CBE5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Pages support job discovery, profile management, application tracking, and administration.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B6D3A1-49F7-4E68-8638-0D1C6677DEF2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E4DFAE-91F0-47EE-9D18-D4288AA768A9}"/>
              </a:ext>
            </a:extLst>
          </p:cNvPr>
          <p:cNvSpPr>
            <a:spLocks noGrp="1"/>
          </p:cNvSpPr>
          <p:nvPr/>
        </p:nvSpPr>
        <p:spPr>
          <a:xfrm>
            <a:off x="6419850" y="2019300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Structured forms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D87DBC-296F-4DB5-A857-30479871966C}"/>
              </a:ext>
            </a:extLst>
          </p:cNvPr>
          <p:cNvSpPr>
            <a:spLocks noGrp="1"/>
          </p:cNvSpPr>
          <p:nvPr/>
        </p:nvSpPr>
        <p:spPr>
          <a:xfrm>
            <a:off x="6419850" y="2476500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Profile and job forms guide users through required details and use helpful labels.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7A0E6B-EACB-4D2D-8287-3F3CDA70E6CA}"/>
              </a:ext>
            </a:extLst>
          </p:cNvPr>
          <p:cNvSpPr>
            <a:spLocks noGrp="1"/>
          </p:cNvSpPr>
          <p:nvPr/>
        </p:nvSpPr>
        <p:spPr>
          <a:xfrm>
            <a:off x="704850" y="3495675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AD068E-1DC8-42C2-BD27-06BECB09991B}"/>
              </a:ext>
            </a:extLst>
          </p:cNvPr>
          <p:cNvSpPr>
            <a:spLocks noGrp="1"/>
          </p:cNvSpPr>
          <p:nvPr/>
        </p:nvSpPr>
        <p:spPr>
          <a:xfrm>
            <a:off x="933450" y="3705225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Responsive layout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1A27BD-841D-47D5-99F3-CCB64ECE4B5E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CSS Grid and Flexbox adapt cards, forms, and actions across screen sizes.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9D799A-41CA-43C7-B9B4-85E410F674A5}"/>
              </a:ext>
            </a:extLst>
          </p:cNvPr>
          <p:cNvSpPr>
            <a:spLocks noGrp="1"/>
          </p:cNvSpPr>
          <p:nvPr/>
        </p:nvSpPr>
        <p:spPr>
          <a:xfrm>
            <a:off x="6191250" y="3495675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8E6620-27F2-4C54-87C3-2C031A105001}"/>
              </a:ext>
            </a:extLst>
          </p:cNvPr>
          <p:cNvSpPr>
            <a:spLocks noGrp="1"/>
          </p:cNvSpPr>
          <p:nvPr/>
        </p:nvSpPr>
        <p:spPr>
          <a:xfrm>
            <a:off x="6419850" y="3705225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Live job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C0FEB8-C20E-4458-9DD7-F38361142236}"/>
              </a:ext>
            </a:extLst>
          </p:cNvPr>
          <p:cNvSpPr>
            <a:spLocks noGrp="1"/>
          </p:cNvSpPr>
          <p:nvPr/>
        </p:nvSpPr>
        <p:spPr>
          <a:xfrm>
            <a:off x="6419850" y="4162425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The home page Fetch API requests current job data from the Spring Boot JSON endpoint.</a:t>
            </a:r>
          </a:p>
        </p:txBody>
      </p:sp>
    </p:spTree>
    <p:extLst>
      <p:ext uri="{BB962C8B-B14F-4D97-AF65-F5344CB8AC3E}">
        <p14:creationId xmlns:p14="http://schemas.microsoft.com/office/powerpoint/2010/main" val="2087187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4414369-570E-4790-B6EF-33855C6A91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BCF843-DEB7-473A-944B-8D6952152773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65126-893C-436F-9761-09D811E76317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Java backend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2D5CDA-9FC1-4EFC-B550-0064A7817FB9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15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9BC26-939C-4F12-BFAD-FF4256807D31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D16079-B8F5-4ABE-94BF-E2807C5C20DC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10096500" cy="628650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BA4BD-D502-4E65-9D3C-AD6E3378E891}"/>
              </a:ext>
            </a:extLst>
          </p:cNvPr>
          <p:cNvSpPr>
            <a:spLocks noGrp="1"/>
          </p:cNvSpPr>
          <p:nvPr/>
        </p:nvSpPr>
        <p:spPr>
          <a:xfrm>
            <a:off x="1333500" y="195262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Controllers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476401-1F93-454D-8871-60696AF86F31}"/>
              </a:ext>
            </a:extLst>
          </p:cNvPr>
          <p:cNvSpPr>
            <a:spLocks noGrp="1"/>
          </p:cNvSpPr>
          <p:nvPr/>
        </p:nvSpPr>
        <p:spPr>
          <a:xfrm>
            <a:off x="3619500" y="1952625"/>
            <a:ext cx="695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AuthController, SeekerController, AdminController, JobApiController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55ADA7-D770-4D89-9D4A-F11ABE374939}"/>
              </a:ext>
            </a:extLst>
          </p:cNvPr>
          <p:cNvSpPr>
            <a:spLocks noGrp="1"/>
          </p:cNvSpPr>
          <p:nvPr/>
        </p:nvSpPr>
        <p:spPr>
          <a:xfrm>
            <a:off x="1047750" y="2628900"/>
            <a:ext cx="10096500" cy="628650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086738-C83A-4B5A-A9A3-7A1E7B2818B6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29FADB-B21A-4A5C-94AA-8F1DE11595B3}"/>
              </a:ext>
            </a:extLst>
          </p:cNvPr>
          <p:cNvSpPr>
            <a:spLocks noGrp="1"/>
          </p:cNvSpPr>
          <p:nvPr/>
        </p:nvSpPr>
        <p:spPr>
          <a:xfrm>
            <a:off x="3619500" y="2819400"/>
            <a:ext cx="695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MatchingService, NotificationService, user authentication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E01EA9-262B-41A5-8A5D-47072F540F92}"/>
              </a:ext>
            </a:extLst>
          </p:cNvPr>
          <p:cNvSpPr>
            <a:spLocks noGrp="1"/>
          </p:cNvSpPr>
          <p:nvPr/>
        </p:nvSpPr>
        <p:spPr>
          <a:xfrm>
            <a:off x="1047750" y="3495675"/>
            <a:ext cx="10096500" cy="628650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62F8BE-6D2E-4AA7-B459-F58B47AF45D6}"/>
              </a:ext>
            </a:extLst>
          </p:cNvPr>
          <p:cNvSpPr>
            <a:spLocks noGrp="1"/>
          </p:cNvSpPr>
          <p:nvPr/>
        </p:nvSpPr>
        <p:spPr>
          <a:xfrm>
            <a:off x="1333500" y="36861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Repositories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C17FD8-4084-4CD4-853F-FFA7727BD50C}"/>
              </a:ext>
            </a:extLst>
          </p:cNvPr>
          <p:cNvSpPr>
            <a:spLocks noGrp="1"/>
          </p:cNvSpPr>
          <p:nvPr/>
        </p:nvSpPr>
        <p:spPr>
          <a:xfrm>
            <a:off x="3619500" y="3686175"/>
            <a:ext cx="695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JPA repositories for jobs, profiles, applications, users, notifications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09E20F-9C95-471B-9781-B5BA82CBFFFE}"/>
              </a:ext>
            </a:extLst>
          </p:cNvPr>
          <p:cNvSpPr>
            <a:spLocks noGrp="1"/>
          </p:cNvSpPr>
          <p:nvPr/>
        </p:nvSpPr>
        <p:spPr>
          <a:xfrm>
            <a:off x="1047750" y="4362450"/>
            <a:ext cx="10096500" cy="628650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3CB68A-05F3-4ACB-9447-103A3450C836}"/>
              </a:ext>
            </a:extLst>
          </p:cNvPr>
          <p:cNvSpPr>
            <a:spLocks noGrp="1"/>
          </p:cNvSpPr>
          <p:nvPr/>
        </p:nvSpPr>
        <p:spPr>
          <a:xfrm>
            <a:off x="1333500" y="45529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3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E47404-6E45-404C-9AC2-6FD1313C679D}"/>
              </a:ext>
            </a:extLst>
          </p:cNvPr>
          <p:cNvSpPr>
            <a:spLocks noGrp="1"/>
          </p:cNvSpPr>
          <p:nvPr/>
        </p:nvSpPr>
        <p:spPr>
          <a:xfrm>
            <a:off x="3619500" y="4552950"/>
            <a:ext cx="695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88" lnSpcReduction="20000"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SecurityConfig, WebConfig, DataInitializer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4A544-AE51-4105-A7A3-D00E923CFE3F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1009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The implementation uses JPA repositories instead of a separate DAO layer.</a:t>
            </a:r>
          </a:p>
        </p:txBody>
      </p:sp>
    </p:spTree>
    <p:extLst>
      <p:ext uri="{BB962C8B-B14F-4D97-AF65-F5344CB8AC3E}">
        <p14:creationId xmlns:p14="http://schemas.microsoft.com/office/powerpoint/2010/main" val="1213584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C8DFE10-648A-4B4A-B1E3-6551880D33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3B27D4-10A9-495A-9554-5D369A8275BF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DA607-D8B2-460D-ADDD-49CA800DD408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Database CRUD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F3127A-EFA5-46A4-81F2-CC05D192B644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16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01ADC-BF47-4D7B-89EC-DAA8752BF4F6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502FC-EEBB-41EA-A143-97CC37F0DA08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209550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D09EF-96A0-4534-996E-C0F10F5E8069}"/>
              </a:ext>
            </a:extLst>
          </p:cNvPr>
          <p:cNvSpPr>
            <a:spLocks noGrp="1"/>
          </p:cNvSpPr>
          <p:nvPr/>
        </p:nvSpPr>
        <p:spPr>
          <a:xfrm>
            <a:off x="819150" y="1971675"/>
            <a:ext cx="1866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4CBA2-D512-42E3-9BA0-2B1A5D44F032}"/>
              </a:ext>
            </a:extLst>
          </p:cNvPr>
          <p:cNvSpPr>
            <a:spLocks noGrp="1"/>
          </p:cNvSpPr>
          <p:nvPr/>
        </p:nvSpPr>
        <p:spPr>
          <a:xfrm>
            <a:off x="2800350" y="1857375"/>
            <a:ext cx="533400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CC3CD9-CDA8-43DA-B25C-5E4FF14B87CD}"/>
              </a:ext>
            </a:extLst>
          </p:cNvPr>
          <p:cNvSpPr>
            <a:spLocks noGrp="1"/>
          </p:cNvSpPr>
          <p:nvPr/>
        </p:nvSpPr>
        <p:spPr>
          <a:xfrm>
            <a:off x="2914650" y="1971675"/>
            <a:ext cx="5105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CareerConnect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2D55C0-991D-4FB4-A120-BC785E7997FF}"/>
              </a:ext>
            </a:extLst>
          </p:cNvPr>
          <p:cNvSpPr>
            <a:spLocks noGrp="1"/>
          </p:cNvSpPr>
          <p:nvPr/>
        </p:nvSpPr>
        <p:spPr>
          <a:xfrm>
            <a:off x="8134350" y="1857375"/>
            <a:ext cx="333375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91D1E8-CE51-4DF7-9C8B-EB05E1044247}"/>
              </a:ext>
            </a:extLst>
          </p:cNvPr>
          <p:cNvSpPr>
            <a:spLocks noGrp="1"/>
          </p:cNvSpPr>
          <p:nvPr/>
        </p:nvSpPr>
        <p:spPr>
          <a:xfrm>
            <a:off x="8248650" y="1971675"/>
            <a:ext cx="3105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Persistence handling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57DBA-0188-4A48-9C3D-8EA7C63E69C5}"/>
              </a:ext>
            </a:extLst>
          </p:cNvPr>
          <p:cNvSpPr>
            <a:spLocks noGrp="1"/>
          </p:cNvSpPr>
          <p:nvPr/>
        </p:nvSpPr>
        <p:spPr>
          <a:xfrm>
            <a:off x="704850" y="2314575"/>
            <a:ext cx="2095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2AF461-D148-436A-928D-5C61DDA9D939}"/>
              </a:ext>
            </a:extLst>
          </p:cNvPr>
          <p:cNvSpPr>
            <a:spLocks noGrp="1"/>
          </p:cNvSpPr>
          <p:nvPr/>
        </p:nvSpPr>
        <p:spPr>
          <a:xfrm>
            <a:off x="819150" y="2447925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0E14E6-7592-48F1-806A-BE90C07E7362}"/>
              </a:ext>
            </a:extLst>
          </p:cNvPr>
          <p:cNvSpPr>
            <a:spLocks noGrp="1"/>
          </p:cNvSpPr>
          <p:nvPr/>
        </p:nvSpPr>
        <p:spPr>
          <a:xfrm>
            <a:off x="2800350" y="2314575"/>
            <a:ext cx="53340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332CE1-6A61-4708-9390-7C6C75BF3693}"/>
              </a:ext>
            </a:extLst>
          </p:cNvPr>
          <p:cNvSpPr>
            <a:spLocks noGrp="1"/>
          </p:cNvSpPr>
          <p:nvPr/>
        </p:nvSpPr>
        <p:spPr>
          <a:xfrm>
            <a:off x="2914650" y="2447925"/>
            <a:ext cx="5105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Register user, save profile, post job, submit application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6D9A3B-A9AD-4A09-9F9C-6C29AB78EA23}"/>
              </a:ext>
            </a:extLst>
          </p:cNvPr>
          <p:cNvSpPr>
            <a:spLocks noGrp="1"/>
          </p:cNvSpPr>
          <p:nvPr/>
        </p:nvSpPr>
        <p:spPr>
          <a:xfrm>
            <a:off x="8134350" y="2314575"/>
            <a:ext cx="33337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B6B41B-18B7-4924-BCD2-0722E189489D}"/>
              </a:ext>
            </a:extLst>
          </p:cNvPr>
          <p:cNvSpPr>
            <a:spLocks noGrp="1"/>
          </p:cNvSpPr>
          <p:nvPr/>
        </p:nvSpPr>
        <p:spPr>
          <a:xfrm>
            <a:off x="8248650" y="24479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JPA entity save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FFDF3F-9D4C-4EA9-AF57-C2FE98040052}"/>
              </a:ext>
            </a:extLst>
          </p:cNvPr>
          <p:cNvSpPr>
            <a:spLocks noGrp="1"/>
          </p:cNvSpPr>
          <p:nvPr/>
        </p:nvSpPr>
        <p:spPr>
          <a:xfrm>
            <a:off x="704850" y="2924175"/>
            <a:ext cx="20955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D35555-A292-4CC6-A3CF-01CAB7A34DC9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9E693C-9FC6-4342-BDC6-3030FEF5A345}"/>
              </a:ext>
            </a:extLst>
          </p:cNvPr>
          <p:cNvSpPr>
            <a:spLocks noGrp="1"/>
          </p:cNvSpPr>
          <p:nvPr/>
        </p:nvSpPr>
        <p:spPr>
          <a:xfrm>
            <a:off x="2800350" y="2924175"/>
            <a:ext cx="53340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949CB6-C6B1-46E5-AEF2-A57E9D8AA067}"/>
              </a:ext>
            </a:extLst>
          </p:cNvPr>
          <p:cNvSpPr>
            <a:spLocks noGrp="1"/>
          </p:cNvSpPr>
          <p:nvPr/>
        </p:nvSpPr>
        <p:spPr>
          <a:xfrm>
            <a:off x="2914650" y="3057525"/>
            <a:ext cx="5105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Search jobs, view applications, filter candidates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B62071-B082-4374-9482-568ED35B098C}"/>
              </a:ext>
            </a:extLst>
          </p:cNvPr>
          <p:cNvSpPr>
            <a:spLocks noGrp="1"/>
          </p:cNvSpPr>
          <p:nvPr/>
        </p:nvSpPr>
        <p:spPr>
          <a:xfrm>
            <a:off x="8134350" y="2924175"/>
            <a:ext cx="33337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E1B57-7849-4280-A5A8-097799E33B49}"/>
              </a:ext>
            </a:extLst>
          </p:cNvPr>
          <p:cNvSpPr>
            <a:spLocks noGrp="1"/>
          </p:cNvSpPr>
          <p:nvPr/>
        </p:nvSpPr>
        <p:spPr>
          <a:xfrm>
            <a:off x="8248650" y="30575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Repository queries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72FCB8-CC0C-4DAD-A0D8-86C2843F2941}"/>
              </a:ext>
            </a:extLst>
          </p:cNvPr>
          <p:cNvSpPr>
            <a:spLocks noGrp="1"/>
          </p:cNvSpPr>
          <p:nvPr/>
        </p:nvSpPr>
        <p:spPr>
          <a:xfrm>
            <a:off x="704850" y="3533775"/>
            <a:ext cx="20955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D166E0-792B-4DA4-9FA0-0763E86F950F}"/>
              </a:ext>
            </a:extLst>
          </p:cNvPr>
          <p:cNvSpPr>
            <a:spLocks noGrp="1"/>
          </p:cNvSpPr>
          <p:nvPr/>
        </p:nvSpPr>
        <p:spPr>
          <a:xfrm>
            <a:off x="819150" y="3667125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4B5D07-BFCF-43E9-9F66-0D238903E0CA}"/>
              </a:ext>
            </a:extLst>
          </p:cNvPr>
          <p:cNvSpPr>
            <a:spLocks noGrp="1"/>
          </p:cNvSpPr>
          <p:nvPr/>
        </p:nvSpPr>
        <p:spPr>
          <a:xfrm>
            <a:off x="2800350" y="3533775"/>
            <a:ext cx="533400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9C5C2-1C0C-41B8-9D6D-06BD6C3DE3F3}"/>
              </a:ext>
            </a:extLst>
          </p:cNvPr>
          <p:cNvSpPr>
            <a:spLocks noGrp="1"/>
          </p:cNvSpPr>
          <p:nvPr/>
        </p:nvSpPr>
        <p:spPr>
          <a:xfrm>
            <a:off x="2914650" y="3667125"/>
            <a:ext cx="5105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 profile, update stage, schedule interview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3E57A6-22CC-413D-B463-69B0E8F7783E}"/>
              </a:ext>
            </a:extLst>
          </p:cNvPr>
          <p:cNvSpPr>
            <a:spLocks noGrp="1"/>
          </p:cNvSpPr>
          <p:nvPr/>
        </p:nvSpPr>
        <p:spPr>
          <a:xfrm>
            <a:off x="8134350" y="3533775"/>
            <a:ext cx="33337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112039-A757-4BDF-9917-B8FC2FE09469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JPA managed entity update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82F553-4701-4BCE-86C7-6DE3BD90AC6F}"/>
              </a:ext>
            </a:extLst>
          </p:cNvPr>
          <p:cNvSpPr>
            <a:spLocks noGrp="1"/>
          </p:cNvSpPr>
          <p:nvPr/>
        </p:nvSpPr>
        <p:spPr>
          <a:xfrm>
            <a:off x="704850" y="4143375"/>
            <a:ext cx="20955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1D1C4B-8ABD-48D8-82C6-BD013BDC2709}"/>
              </a:ext>
            </a:extLst>
          </p:cNvPr>
          <p:cNvSpPr>
            <a:spLocks noGrp="1"/>
          </p:cNvSpPr>
          <p:nvPr/>
        </p:nvSpPr>
        <p:spPr>
          <a:xfrm>
            <a:off x="819150" y="4276725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DF9553-E4A0-4A5F-B1C9-8094552055FC}"/>
              </a:ext>
            </a:extLst>
          </p:cNvPr>
          <p:cNvSpPr>
            <a:spLocks noGrp="1"/>
          </p:cNvSpPr>
          <p:nvPr/>
        </p:nvSpPr>
        <p:spPr>
          <a:xfrm>
            <a:off x="2800350" y="4143375"/>
            <a:ext cx="533400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E05BE8-4B92-470D-8E49-F7E0535DFE3B}"/>
              </a:ext>
            </a:extLst>
          </p:cNvPr>
          <p:cNvSpPr>
            <a:spLocks noGrp="1"/>
          </p:cNvSpPr>
          <p:nvPr/>
        </p:nvSpPr>
        <p:spPr>
          <a:xfrm>
            <a:off x="2914650" y="4276725"/>
            <a:ext cx="5105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Prevent repeated application to the same job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35FF6A-39E1-407C-83AF-8629E7B760B4}"/>
              </a:ext>
            </a:extLst>
          </p:cNvPr>
          <p:cNvSpPr>
            <a:spLocks noGrp="1"/>
          </p:cNvSpPr>
          <p:nvPr/>
        </p:nvSpPr>
        <p:spPr>
          <a:xfrm>
            <a:off x="8134350" y="4143375"/>
            <a:ext cx="33337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03F4CF-8A13-4B5F-ABAB-F867EE3ACA63}"/>
              </a:ext>
            </a:extLst>
          </p:cNvPr>
          <p:cNvSpPr>
            <a:spLocks noGrp="1"/>
          </p:cNvSpPr>
          <p:nvPr/>
        </p:nvSpPr>
        <p:spPr>
          <a:xfrm>
            <a:off x="8248650" y="42767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Unique job and applicant rule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2EB191-3332-4E51-9D3B-FA347E9EC1BA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Spring Data JPA manages parameter binding and database access. The current project does not use raw JDBC queries.</a:t>
            </a:r>
          </a:p>
        </p:txBody>
      </p:sp>
    </p:spTree>
    <p:extLst>
      <p:ext uri="{BB962C8B-B14F-4D97-AF65-F5344CB8AC3E}">
        <p14:creationId xmlns:p14="http://schemas.microsoft.com/office/powerpoint/2010/main" val="880888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F6118AD-5ED1-43D2-8A08-B220CA12C0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A9C89D-64A3-44D7-B260-E38CCA597F04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EE6C3E-3ADB-4DAB-9B8E-E5290D278412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Acceptance criteria verification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D7F0F-DDD9-4E5D-99DC-EE8038138297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17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578A9-B474-4C22-B26D-95BFD366C4E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D9EA6-1F68-4DCA-998B-AD8ADB02881A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333375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3AE176-E4D3-4028-AC64-113CD74CC12E}"/>
              </a:ext>
            </a:extLst>
          </p:cNvPr>
          <p:cNvSpPr>
            <a:spLocks noGrp="1"/>
          </p:cNvSpPr>
          <p:nvPr/>
        </p:nvSpPr>
        <p:spPr>
          <a:xfrm>
            <a:off x="819150" y="1971675"/>
            <a:ext cx="3105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B7D2B1-FEE2-4FDE-8D86-E8981214E234}"/>
              </a:ext>
            </a:extLst>
          </p:cNvPr>
          <p:cNvSpPr>
            <a:spLocks noGrp="1"/>
          </p:cNvSpPr>
          <p:nvPr/>
        </p:nvSpPr>
        <p:spPr>
          <a:xfrm>
            <a:off x="4038600" y="1857375"/>
            <a:ext cx="542925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A44FF-F624-4782-A09D-2A0F8088D8BD}"/>
              </a:ext>
            </a:extLst>
          </p:cNvPr>
          <p:cNvSpPr>
            <a:spLocks noGrp="1"/>
          </p:cNvSpPr>
          <p:nvPr/>
        </p:nvSpPr>
        <p:spPr>
          <a:xfrm>
            <a:off x="4152900" y="1971675"/>
            <a:ext cx="52006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8B5DEC-6D6C-4B7C-B707-E381163F8036}"/>
              </a:ext>
            </a:extLst>
          </p:cNvPr>
          <p:cNvSpPr>
            <a:spLocks noGrp="1"/>
          </p:cNvSpPr>
          <p:nvPr/>
        </p:nvSpPr>
        <p:spPr>
          <a:xfrm>
            <a:off x="9467850" y="1857375"/>
            <a:ext cx="2000250" cy="4572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D6C748-035D-4933-9FAA-D5AFE8347C57}"/>
              </a:ext>
            </a:extLst>
          </p:cNvPr>
          <p:cNvSpPr>
            <a:spLocks noGrp="1"/>
          </p:cNvSpPr>
          <p:nvPr/>
        </p:nvSpPr>
        <p:spPr>
          <a:xfrm>
            <a:off x="9582150" y="1971675"/>
            <a:ext cx="17716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BDA25-8F4C-454A-B57C-3B26B821B4B0}"/>
              </a:ext>
            </a:extLst>
          </p:cNvPr>
          <p:cNvSpPr>
            <a:spLocks noGrp="1"/>
          </p:cNvSpPr>
          <p:nvPr/>
        </p:nvSpPr>
        <p:spPr>
          <a:xfrm>
            <a:off x="704850" y="2314575"/>
            <a:ext cx="33337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BBA426-F408-42B0-8690-490EB19132F6}"/>
              </a:ext>
            </a:extLst>
          </p:cNvPr>
          <p:cNvSpPr>
            <a:spLocks noGrp="1"/>
          </p:cNvSpPr>
          <p:nvPr/>
        </p:nvSpPr>
        <p:spPr>
          <a:xfrm>
            <a:off x="819150" y="24479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Structured seeker profile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37F10F-4460-4BE6-B798-D831C3B88835}"/>
              </a:ext>
            </a:extLst>
          </p:cNvPr>
          <p:cNvSpPr>
            <a:spLocks noGrp="1"/>
          </p:cNvSpPr>
          <p:nvPr/>
        </p:nvSpPr>
        <p:spPr>
          <a:xfrm>
            <a:off x="4038600" y="2314575"/>
            <a:ext cx="54292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1E381E-6C27-402A-84B6-1AC78AF6DEB9}"/>
              </a:ext>
            </a:extLst>
          </p:cNvPr>
          <p:cNvSpPr>
            <a:spLocks noGrp="1"/>
          </p:cNvSpPr>
          <p:nvPr/>
        </p:nvSpPr>
        <p:spPr>
          <a:xfrm>
            <a:off x="4152900" y="2447925"/>
            <a:ext cx="520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 skills, qualification, experience, portfolio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B156F8-E3BF-486D-8B74-5E9478EC65B6}"/>
              </a:ext>
            </a:extLst>
          </p:cNvPr>
          <p:cNvSpPr>
            <a:spLocks noGrp="1"/>
          </p:cNvSpPr>
          <p:nvPr/>
        </p:nvSpPr>
        <p:spPr>
          <a:xfrm>
            <a:off x="9467850" y="2314575"/>
            <a:ext cx="20002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8471E-44B1-4402-A338-17F55D26FA16}"/>
              </a:ext>
            </a:extLst>
          </p:cNvPr>
          <p:cNvSpPr>
            <a:spLocks noGrp="1"/>
          </p:cNvSpPr>
          <p:nvPr/>
        </p:nvSpPr>
        <p:spPr>
          <a:xfrm>
            <a:off x="9582150" y="2447925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27B254-7B90-47C3-98DC-02513F7DEAE9}"/>
              </a:ext>
            </a:extLst>
          </p:cNvPr>
          <p:cNvSpPr>
            <a:spLocks noGrp="1"/>
          </p:cNvSpPr>
          <p:nvPr/>
        </p:nvSpPr>
        <p:spPr>
          <a:xfrm>
            <a:off x="704850" y="2924175"/>
            <a:ext cx="33337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770308-6BD6-4BB5-898E-535855F71C83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Compatibility score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5AE4C3-093B-44A4-9F8A-E6A52146A619}"/>
              </a:ext>
            </a:extLst>
          </p:cNvPr>
          <p:cNvSpPr>
            <a:spLocks noGrp="1"/>
          </p:cNvSpPr>
          <p:nvPr/>
        </p:nvSpPr>
        <p:spPr>
          <a:xfrm>
            <a:off x="4038600" y="2924175"/>
            <a:ext cx="54292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718E4D-50F2-4930-84BC-A89B1F28B7FF}"/>
              </a:ext>
            </a:extLst>
          </p:cNvPr>
          <p:cNvSpPr>
            <a:spLocks noGrp="1"/>
          </p:cNvSpPr>
          <p:nvPr/>
        </p:nvSpPr>
        <p:spPr>
          <a:xfrm>
            <a:off x="4152900" y="3057525"/>
            <a:ext cx="520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Calculate score for job and profile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855688-9821-48F5-9A42-52466D5C6853}"/>
              </a:ext>
            </a:extLst>
          </p:cNvPr>
          <p:cNvSpPr>
            <a:spLocks noGrp="1"/>
          </p:cNvSpPr>
          <p:nvPr/>
        </p:nvSpPr>
        <p:spPr>
          <a:xfrm>
            <a:off x="9467850" y="2924175"/>
            <a:ext cx="20002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99C9EC-0197-449B-9B72-2E3CA296167D}"/>
              </a:ext>
            </a:extLst>
          </p:cNvPr>
          <p:cNvSpPr>
            <a:spLocks noGrp="1"/>
          </p:cNvSpPr>
          <p:nvPr/>
        </p:nvSpPr>
        <p:spPr>
          <a:xfrm>
            <a:off x="9582150" y="3057525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950D46-9CC1-4C59-A3C9-8BFA05D54DA5}"/>
              </a:ext>
            </a:extLst>
          </p:cNvPr>
          <p:cNvSpPr>
            <a:spLocks noGrp="1"/>
          </p:cNvSpPr>
          <p:nvPr/>
        </p:nvSpPr>
        <p:spPr>
          <a:xfrm>
            <a:off x="704850" y="3533775"/>
            <a:ext cx="33337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8A93B9-4206-4300-9AE6-7C8747DFFE06}"/>
              </a:ext>
            </a:extLst>
          </p:cNvPr>
          <p:cNvSpPr>
            <a:spLocks noGrp="1"/>
          </p:cNvSpPr>
          <p:nvPr/>
        </p:nvSpPr>
        <p:spPr>
          <a:xfrm>
            <a:off x="819150" y="36671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Admin candidate filter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5C9331-5D26-40D3-86F7-B2C7998FA99C}"/>
              </a:ext>
            </a:extLst>
          </p:cNvPr>
          <p:cNvSpPr>
            <a:spLocks noGrp="1"/>
          </p:cNvSpPr>
          <p:nvPr/>
        </p:nvSpPr>
        <p:spPr>
          <a:xfrm>
            <a:off x="4038600" y="3533775"/>
            <a:ext cx="54292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BCD030-CEC5-4783-B4A6-52027DFA0D07}"/>
              </a:ext>
            </a:extLst>
          </p:cNvPr>
          <p:cNvSpPr>
            <a:spLocks noGrp="1"/>
          </p:cNvSpPr>
          <p:nvPr/>
        </p:nvSpPr>
        <p:spPr>
          <a:xfrm>
            <a:off x="4152900" y="3667125"/>
            <a:ext cx="520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Filter application list by minimum score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BE762C-B23A-4A5C-AE98-D80071F29558}"/>
              </a:ext>
            </a:extLst>
          </p:cNvPr>
          <p:cNvSpPr>
            <a:spLocks noGrp="1"/>
          </p:cNvSpPr>
          <p:nvPr/>
        </p:nvSpPr>
        <p:spPr>
          <a:xfrm>
            <a:off x="9467850" y="3533775"/>
            <a:ext cx="2000250" cy="60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16300C-6B9E-48E7-8C9A-10A3CC42B05B}"/>
              </a:ext>
            </a:extLst>
          </p:cNvPr>
          <p:cNvSpPr>
            <a:spLocks noGrp="1"/>
          </p:cNvSpPr>
          <p:nvPr/>
        </p:nvSpPr>
        <p:spPr>
          <a:xfrm>
            <a:off x="9582150" y="3667125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00421E-8F70-4968-830E-E1F497A15F31}"/>
              </a:ext>
            </a:extLst>
          </p:cNvPr>
          <p:cNvSpPr>
            <a:spLocks noGrp="1"/>
          </p:cNvSpPr>
          <p:nvPr/>
        </p:nvSpPr>
        <p:spPr>
          <a:xfrm>
            <a:off x="704850" y="4143375"/>
            <a:ext cx="33337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61518A-6262-4832-85D9-2334ABE230D9}"/>
              </a:ext>
            </a:extLst>
          </p:cNvPr>
          <p:cNvSpPr>
            <a:spLocks noGrp="1"/>
          </p:cNvSpPr>
          <p:nvPr/>
        </p:nvSpPr>
        <p:spPr>
          <a:xfrm>
            <a:off x="819150" y="4276725"/>
            <a:ext cx="3105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Stage notification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62A2F1-3B63-4770-AE70-BF4947BD8CDF}"/>
              </a:ext>
            </a:extLst>
          </p:cNvPr>
          <p:cNvSpPr>
            <a:spLocks noGrp="1"/>
          </p:cNvSpPr>
          <p:nvPr/>
        </p:nvSpPr>
        <p:spPr>
          <a:xfrm>
            <a:off x="4038600" y="4143375"/>
            <a:ext cx="54292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8DB102-56AC-4E0C-BDE7-118A3BF6BD87}"/>
              </a:ext>
            </a:extLst>
          </p:cNvPr>
          <p:cNvSpPr>
            <a:spLocks noGrp="1"/>
          </p:cNvSpPr>
          <p:nvPr/>
        </p:nvSpPr>
        <p:spPr>
          <a:xfrm>
            <a:off x="4152900" y="4276725"/>
            <a:ext cx="520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Change status and check candidate notification list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CB393B-15D9-4798-9485-C07D3987FEF3}"/>
              </a:ext>
            </a:extLst>
          </p:cNvPr>
          <p:cNvSpPr>
            <a:spLocks noGrp="1"/>
          </p:cNvSpPr>
          <p:nvPr/>
        </p:nvSpPr>
        <p:spPr>
          <a:xfrm>
            <a:off x="9467850" y="4143375"/>
            <a:ext cx="2000250" cy="609600"/>
          </a:xfrm>
          <a:prstGeom prst="rect">
            <a:avLst/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9A81C2-C5FE-48B7-B4BC-A05A13A09423}"/>
              </a:ext>
            </a:extLst>
          </p:cNvPr>
          <p:cNvSpPr>
            <a:spLocks noGrp="1"/>
          </p:cNvSpPr>
          <p:nvPr/>
        </p:nvSpPr>
        <p:spPr>
          <a:xfrm>
            <a:off x="9582150" y="4276725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</p:spTree>
    <p:extLst>
      <p:ext uri="{BB962C8B-B14F-4D97-AF65-F5344CB8AC3E}">
        <p14:creationId xmlns:p14="http://schemas.microsoft.com/office/powerpoint/2010/main" val="1629422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292C5CA-EFF8-4305-90E7-3A9D5123C0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A8673-47B9-441A-988F-FF6FC7BCDE81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DDBD7D-1678-44D9-A6CF-6119B3BC6F73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Live working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D9F78-BFDD-42B1-BCBE-C590AB2298AE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18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1A15B-5DC5-482C-80C6-E31F478492C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5538F0-C5D4-4E6D-A804-FCF7200773A2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3190875" cy="180975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135BB6-7311-4F15-9A39-F82352E1E288}"/>
              </a:ext>
            </a:extLst>
          </p:cNvPr>
          <p:cNvSpPr>
            <a:spLocks noGrp="1"/>
          </p:cNvSpPr>
          <p:nvPr/>
        </p:nvSpPr>
        <p:spPr>
          <a:xfrm>
            <a:off x="1095375" y="2428875"/>
            <a:ext cx="27146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defRPr sz="28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163EA-A7C7-4FA5-B0B7-6AB4A1170BA4}"/>
              </a:ext>
            </a:extLst>
          </p:cNvPr>
          <p:cNvSpPr>
            <a:spLocks noGrp="1"/>
          </p:cNvSpPr>
          <p:nvPr/>
        </p:nvSpPr>
        <p:spPr>
          <a:xfrm>
            <a:off x="1190625" y="3095625"/>
            <a:ext cx="2524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Compatibility score stored with each application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A19C7A-D1D3-48D3-B070-C9ECB302B03C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3190875" cy="180975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52B17A-A046-4A61-93D1-4DB6A29646C6}"/>
              </a:ext>
            </a:extLst>
          </p:cNvPr>
          <p:cNvSpPr>
            <a:spLocks noGrp="1"/>
          </p:cNvSpPr>
          <p:nvPr/>
        </p:nvSpPr>
        <p:spPr>
          <a:xfrm>
            <a:off x="4667250" y="2428875"/>
            <a:ext cx="27146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defRPr sz="28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1 click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797D71-16B4-4664-9367-0FEE94ACEB11}"/>
              </a:ext>
            </a:extLst>
          </p:cNvPr>
          <p:cNvSpPr>
            <a:spLocks noGrp="1"/>
          </p:cNvSpPr>
          <p:nvPr/>
        </p:nvSpPr>
        <p:spPr>
          <a:xfrm>
            <a:off x="4762500" y="3095625"/>
            <a:ext cx="2524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Recruiter stage update from the admin pipeline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D0ED1A-68D7-44D3-BE25-03D2F1267B94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3190875" cy="180975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12A1F6-0375-4A02-A147-602EE8474D32}"/>
              </a:ext>
            </a:extLst>
          </p:cNvPr>
          <p:cNvSpPr>
            <a:spLocks noGrp="1"/>
          </p:cNvSpPr>
          <p:nvPr/>
        </p:nvSpPr>
        <p:spPr>
          <a:xfrm>
            <a:off x="8239125" y="2428875"/>
            <a:ext cx="27146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defRPr sz="28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2 APIs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2D2647-D579-4650-9955-BAC98212ADF4}"/>
              </a:ext>
            </a:extLst>
          </p:cNvPr>
          <p:cNvSpPr>
            <a:spLocks noGrp="1"/>
          </p:cNvSpPr>
          <p:nvPr/>
        </p:nvSpPr>
        <p:spPr>
          <a:xfrm>
            <a:off x="8334375" y="3095625"/>
            <a:ext cx="2524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JSON job listing and job detail endpoints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D405F0-425A-475D-907D-9E7A5A64E2DF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defRPr sz="14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The local system runs at http://localhost:8080. Administrators can create job posts, filter candidates, update stages, and schedule interviews.</a:t>
            </a:r>
          </a:p>
        </p:txBody>
      </p:sp>
    </p:spTree>
    <p:extLst>
      <p:ext uri="{BB962C8B-B14F-4D97-AF65-F5344CB8AC3E}">
        <p14:creationId xmlns:p14="http://schemas.microsoft.com/office/powerpoint/2010/main" val="2039211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9BD08F1-1C8F-4867-9AB7-758A6DDDE0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F8B1CC-9B54-477B-8B9D-0366B440AE77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85FFFE-C2E6-443F-BA51-3081342D6DF5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Future enhancements and scalability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D7D598-DA05-4A96-A92D-8D0360FDFC5C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19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B81C3-6F4C-4BE7-B779-852876C1CF62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9936B4-5CB7-41D7-B9D8-618171FC1490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D1312-D19C-4730-A0EE-A24D0905F02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Email delivery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756C5D-5DBC-4EE7-B118-BE5A18993E38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Connect an SMTP provider so stage changes also send email messages.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8A3D44-AAE8-44B3-BA3C-7140288C766B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B3A4DD-56D6-410F-A57A-F3B1B81BADD3}"/>
              </a:ext>
            </a:extLst>
          </p:cNvPr>
          <p:cNvSpPr>
            <a:spLocks noGrp="1"/>
          </p:cNvSpPr>
          <p:nvPr/>
        </p:nvSpPr>
        <p:spPr>
          <a:xfrm>
            <a:off x="6419850" y="2019300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Resume parsing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B28ED1-2096-417D-A837-C8710A2ADB7F}"/>
              </a:ext>
            </a:extLst>
          </p:cNvPr>
          <p:cNvSpPr>
            <a:spLocks noGrp="1"/>
          </p:cNvSpPr>
          <p:nvPr/>
        </p:nvSpPr>
        <p:spPr>
          <a:xfrm>
            <a:off x="6419850" y="2476500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Extract skills and experience from uploaded resumes after secure file validation.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47A61C-2512-437D-8465-517AEF2EC15B}"/>
              </a:ext>
            </a:extLst>
          </p:cNvPr>
          <p:cNvSpPr>
            <a:spLocks noGrp="1"/>
          </p:cNvSpPr>
          <p:nvPr/>
        </p:nvSpPr>
        <p:spPr>
          <a:xfrm>
            <a:off x="704850" y="3495675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CB05FE-EB0A-4979-B43E-1AACE9DA605B}"/>
              </a:ext>
            </a:extLst>
          </p:cNvPr>
          <p:cNvSpPr>
            <a:spLocks noGrp="1"/>
          </p:cNvSpPr>
          <p:nvPr/>
        </p:nvSpPr>
        <p:spPr>
          <a:xfrm>
            <a:off x="933450" y="3705225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Production deployment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8474E1-18FC-431E-8282-EAC4135D59BD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Publish to a cloud host with MySQL, environment variables, and HTTPS.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1E26FA-ACB4-45A6-A810-0327FB574864}"/>
              </a:ext>
            </a:extLst>
          </p:cNvPr>
          <p:cNvSpPr>
            <a:spLocks noGrp="1"/>
          </p:cNvSpPr>
          <p:nvPr/>
        </p:nvSpPr>
        <p:spPr>
          <a:xfrm>
            <a:off x="6191250" y="3495675"/>
            <a:ext cx="5276850" cy="1476375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B38075-EFFA-45F7-9825-32B43A5494D8}"/>
              </a:ext>
            </a:extLst>
          </p:cNvPr>
          <p:cNvSpPr>
            <a:spLocks noGrp="1"/>
          </p:cNvSpPr>
          <p:nvPr/>
        </p:nvSpPr>
        <p:spPr>
          <a:xfrm>
            <a:off x="6419850" y="3705225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Advanced matching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99AEA-DC9C-463B-9030-6083B2D069FB}"/>
              </a:ext>
            </a:extLst>
          </p:cNvPr>
          <p:cNvSpPr>
            <a:spLocks noGrp="1"/>
          </p:cNvSpPr>
          <p:nvPr/>
        </p:nvSpPr>
        <p:spPr>
          <a:xfrm>
            <a:off x="6419850" y="4162425"/>
            <a:ext cx="4819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Add weighted skill levels and recruiter-configurable match thresholds.</a:t>
            </a:r>
          </a:p>
        </p:txBody>
      </p:sp>
    </p:spTree>
    <p:extLst>
      <p:ext uri="{BB962C8B-B14F-4D97-AF65-F5344CB8AC3E}">
        <p14:creationId xmlns:p14="http://schemas.microsoft.com/office/powerpoint/2010/main" val="2008396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D1BE76D-A3D3-4E1E-95FB-156F5E262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374C6"/>
          </a:solidFill>
          <a:ln w="0">
            <a:solidFill>
              <a:srgbClr val="2374C6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4404F8-679E-4A5A-8DEC-C1FF3EA34B55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4C0980-8DAB-4004-B877-33737A93ACFA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CareerConnect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4D0D8-3578-4FEA-B411-388915E92E27}"/>
              </a:ext>
            </a:extLst>
          </p:cNvPr>
          <p:cNvSpPr>
            <a:spLocks noGrp="1"/>
          </p:cNvSpPr>
          <p:nvPr/>
        </p:nvSpPr>
        <p:spPr>
          <a:xfrm>
            <a:off x="8572500" y="4381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>
              <a:defRPr sz="9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CareerConnect  |  20 /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6BEECF-4D66-45B0-ADFC-0E50BDCE406D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763250" cy="19050"/>
          </a:xfrm>
          <a:prstGeom prst="rect">
            <a:avLst/>
          </a:prstGeom>
          <a:solidFill>
            <a:srgbClr val="DCE6F2"/>
          </a:solidFill>
          <a:ln w="0">
            <a:solidFill>
              <a:srgbClr val="DCE6F2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87A1B-9FDC-4C44-A6C3-41D5B2C3BE7C}"/>
              </a:ext>
            </a:extLst>
          </p:cNvPr>
          <p:cNvSpPr>
            <a:spLocks noGrp="1"/>
          </p:cNvSpPr>
          <p:nvPr/>
        </p:nvSpPr>
        <p:spPr>
          <a:xfrm>
            <a:off x="1428750" y="1952625"/>
            <a:ext cx="9334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180"/>
          </a:bodyPr>
          <a:lstStyle/>
          <a:p>
            <a:pPr>
              <a:defRPr sz="21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CareerConnect combines responsive web pages, Spring Boot services, JPA persistence, and a structured recruitment workflow in one college project.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A0E075-3E20-434E-A5E5-F838BEACDBBF}"/>
              </a:ext>
            </a:extLst>
          </p:cNvPr>
          <p:cNvSpPr>
            <a:spLocks noGrp="1"/>
          </p:cNvSpPr>
          <p:nvPr/>
        </p:nvSpPr>
        <p:spPr>
          <a:xfrm>
            <a:off x="952500" y="3381375"/>
            <a:ext cx="4572000" cy="142875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233ECC-1ABE-46C5-BD56-B4A32CC1E136}"/>
              </a:ext>
            </a:extLst>
          </p:cNvPr>
          <p:cNvSpPr>
            <a:spLocks noGrp="1"/>
          </p:cNvSpPr>
          <p:nvPr/>
        </p:nvSpPr>
        <p:spPr>
          <a:xfrm>
            <a:off x="1238250" y="366712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Key learning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91F65C-B2F8-49B6-A7F3-20F5467B13C8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832" lnSpcReduction="20000"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Full-stack integration requires clear data design, secure access control, testable workflows, and a usable interface.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E7092B-F43A-4278-940E-C944EBAE5F4E}"/>
              </a:ext>
            </a:extLst>
          </p:cNvPr>
          <p:cNvSpPr>
            <a:spLocks noGrp="1"/>
          </p:cNvSpPr>
          <p:nvPr/>
        </p:nvSpPr>
        <p:spPr>
          <a:xfrm>
            <a:off x="6667500" y="3381375"/>
            <a:ext cx="4572000" cy="142875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0">
            <a:solidFill>
              <a:srgbClr val="F4F7F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748BC-0514-4380-B211-A9B1E7789BCB}"/>
              </a:ext>
            </a:extLst>
          </p:cNvPr>
          <p:cNvSpPr>
            <a:spLocks noGrp="1"/>
          </p:cNvSpPr>
          <p:nvPr/>
        </p:nvSpPr>
        <p:spPr>
          <a:xfrm>
            <a:off x="6953250" y="366712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Viva discussion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C19203-74C6-4699-BBED-32E92F687E33}"/>
              </a:ext>
            </a:extLst>
          </p:cNvPr>
          <p:cNvSpPr>
            <a:spLocks noGrp="1"/>
          </p:cNvSpPr>
          <p:nvPr/>
        </p:nvSpPr>
        <p:spPr>
          <a:xfrm>
            <a:off x="6953250" y="4095750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391" lnSpcReduction="20000"/>
          </a:bodyPr>
          <a:lstStyle/>
          <a:p>
            <a:pPr>
              <a:defRPr sz="1275" b="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A"/>
                </a:solidFill>
                <a:latin typeface="Arial"/>
                <a:ea typeface="Arial"/>
                <a:cs typeface="Arial"/>
              </a:rPr>
              <a:t>Questions are welcome on the architecture, scoring method, database design, security, testing, or deployment plan.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ABC301-46B8-4FBF-871E-ACAA9AEE0617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333"/>
          </a:bodyPr>
          <a:lstStyle/>
          <a:p>
            <a:pPr>
              <a:defRPr sz="2250" b="1">
                <a:solidFill>
                  <a:srgbClr val="2374C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74C6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4827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1486</Words>
  <Application>Microsoft Office PowerPoint</Application>
  <DocSecurity>0</DocSecurity>
  <PresentationFormat>Widescreen</PresentationFormat>
  <Paragraphs>274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vkbhuvanesh18@gmail.com</cp:lastModifiedBy>
  <cp:revision>1</cp:revision>
  <dcterms:created xsi:type="dcterms:W3CDTF">2026-09-19T09:05:08Z</dcterms:created>
  <dcterms:modified xsi:type="dcterms:W3CDTF">2026-09-19T09:14:08Z</dcterms:modified>
</cp:coreProperties>
</file>